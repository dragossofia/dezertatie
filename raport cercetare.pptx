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F51B98-96DC-40A2-9841-D88F1B51BA83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ED04AC5-6384-486A-A73A-77B8B408B0A0}">
      <dgm:prSet/>
      <dgm:spPr/>
      <dgm:t>
        <a:bodyPr/>
        <a:lstStyle/>
        <a:p>
          <a:r>
            <a:rPr lang="en-US" dirty="0" err="1"/>
            <a:t>Defini</a:t>
          </a:r>
          <a:r>
            <a:rPr lang="ro-RO" dirty="0"/>
            <a:t>ție standardizata a API-ului</a:t>
          </a:r>
          <a:endParaRPr lang="en-US" dirty="0"/>
        </a:p>
      </dgm:t>
    </dgm:pt>
    <dgm:pt modelId="{752405A7-AE38-44A1-BAAB-F04A36525057}" type="parTrans" cxnId="{0DC8BA15-50AD-47A8-8AE9-901B9DA9CC2F}">
      <dgm:prSet/>
      <dgm:spPr/>
      <dgm:t>
        <a:bodyPr/>
        <a:lstStyle/>
        <a:p>
          <a:endParaRPr lang="en-US"/>
        </a:p>
      </dgm:t>
    </dgm:pt>
    <dgm:pt modelId="{0FCFFADD-C150-4773-9BFA-461BF9CB0AF6}" type="sibTrans" cxnId="{0DC8BA15-50AD-47A8-8AE9-901B9DA9CC2F}">
      <dgm:prSet/>
      <dgm:spPr/>
      <dgm:t>
        <a:bodyPr/>
        <a:lstStyle/>
        <a:p>
          <a:endParaRPr lang="en-US"/>
        </a:p>
      </dgm:t>
    </dgm:pt>
    <dgm:pt modelId="{4AE72A62-3A9C-4A1D-A09A-6A59DF5DEE08}">
      <dgm:prSet/>
      <dgm:spPr/>
      <dgm:t>
        <a:bodyPr/>
        <a:lstStyle/>
        <a:p>
          <a:r>
            <a:rPr lang="ro-RO" dirty="0" err="1"/>
            <a:t>Idependent</a:t>
          </a:r>
          <a:r>
            <a:rPr lang="ro-RO" baseline="0" dirty="0"/>
            <a:t> de limbajul de programare</a:t>
          </a:r>
          <a:endParaRPr lang="en-US" dirty="0"/>
        </a:p>
      </dgm:t>
    </dgm:pt>
    <dgm:pt modelId="{F557410E-C827-42FE-89B0-D017060B891C}" type="parTrans" cxnId="{C681F381-B12B-40B3-A198-0C2C6508B6DC}">
      <dgm:prSet/>
      <dgm:spPr/>
      <dgm:t>
        <a:bodyPr/>
        <a:lstStyle/>
        <a:p>
          <a:endParaRPr lang="en-US"/>
        </a:p>
      </dgm:t>
    </dgm:pt>
    <dgm:pt modelId="{2A520A94-24CE-4EB8-B5DC-E1C756F391B2}" type="sibTrans" cxnId="{C681F381-B12B-40B3-A198-0C2C6508B6DC}">
      <dgm:prSet/>
      <dgm:spPr/>
      <dgm:t>
        <a:bodyPr/>
        <a:lstStyle/>
        <a:p>
          <a:endParaRPr lang="en-US"/>
        </a:p>
      </dgm:t>
    </dgm:pt>
    <dgm:pt modelId="{9BF3FE8A-2BD8-417A-B892-3B0586E074C5}">
      <dgm:prSet/>
      <dgm:spPr/>
      <dgm:t>
        <a:bodyPr/>
        <a:lstStyle/>
        <a:p>
          <a:r>
            <a:rPr lang="ro-RO" dirty="0"/>
            <a:t>Simplifică utilizarea</a:t>
          </a:r>
          <a:endParaRPr lang="en-US" dirty="0"/>
        </a:p>
      </dgm:t>
    </dgm:pt>
    <dgm:pt modelId="{48299F5A-0DC9-4ABE-ACC0-508755390ADC}" type="parTrans" cxnId="{33B83C9F-5AFB-49C8-8B4D-20375C267BA6}">
      <dgm:prSet/>
      <dgm:spPr/>
      <dgm:t>
        <a:bodyPr/>
        <a:lstStyle/>
        <a:p>
          <a:endParaRPr lang="en-US"/>
        </a:p>
      </dgm:t>
    </dgm:pt>
    <dgm:pt modelId="{E39592B8-135B-4ECF-8D8A-70D756238667}" type="sibTrans" cxnId="{33B83C9F-5AFB-49C8-8B4D-20375C267BA6}">
      <dgm:prSet/>
      <dgm:spPr/>
      <dgm:t>
        <a:bodyPr/>
        <a:lstStyle/>
        <a:p>
          <a:endParaRPr lang="en-US"/>
        </a:p>
      </dgm:t>
    </dgm:pt>
    <dgm:pt modelId="{901A68FB-4B68-48BC-87D7-82266A925DB4}">
      <dgm:prSet/>
      <dgm:spPr/>
      <dgm:t>
        <a:bodyPr/>
        <a:lstStyle/>
        <a:p>
          <a:r>
            <a:rPr lang="ro-RO" dirty="0"/>
            <a:t>Facilitează documentarea și utilizarea</a:t>
          </a:r>
          <a:endParaRPr lang="en-US" dirty="0"/>
        </a:p>
      </dgm:t>
    </dgm:pt>
    <dgm:pt modelId="{67332A6F-FDB2-42E6-8F84-0BEBC3C68692}" type="parTrans" cxnId="{5B2C0454-F37E-4E11-8C10-45A2E56F4413}">
      <dgm:prSet/>
      <dgm:spPr/>
      <dgm:t>
        <a:bodyPr/>
        <a:lstStyle/>
        <a:p>
          <a:endParaRPr lang="en-US"/>
        </a:p>
      </dgm:t>
    </dgm:pt>
    <dgm:pt modelId="{FADD523B-8B02-4B04-AA48-B2C33C0438EF}" type="sibTrans" cxnId="{5B2C0454-F37E-4E11-8C10-45A2E56F4413}">
      <dgm:prSet/>
      <dgm:spPr/>
      <dgm:t>
        <a:bodyPr/>
        <a:lstStyle/>
        <a:p>
          <a:endParaRPr lang="en-US"/>
        </a:p>
      </dgm:t>
    </dgm:pt>
    <dgm:pt modelId="{BAA9675A-2C20-445A-A611-615061E5A151}" type="pres">
      <dgm:prSet presAssocID="{2DF51B98-96DC-40A2-9841-D88F1B51BA83}" presName="vert0" presStyleCnt="0">
        <dgm:presLayoutVars>
          <dgm:dir/>
          <dgm:animOne val="branch"/>
          <dgm:animLvl val="lvl"/>
        </dgm:presLayoutVars>
      </dgm:prSet>
      <dgm:spPr/>
    </dgm:pt>
    <dgm:pt modelId="{AACF2532-C596-4F97-A17D-E5655DC93110}" type="pres">
      <dgm:prSet presAssocID="{DED04AC5-6384-486A-A73A-77B8B408B0A0}" presName="thickLine" presStyleLbl="alignNode1" presStyleIdx="0" presStyleCnt="4"/>
      <dgm:spPr/>
    </dgm:pt>
    <dgm:pt modelId="{F047885D-511D-4CEA-ADD2-4A0CA01A6080}" type="pres">
      <dgm:prSet presAssocID="{DED04AC5-6384-486A-A73A-77B8B408B0A0}" presName="horz1" presStyleCnt="0"/>
      <dgm:spPr/>
    </dgm:pt>
    <dgm:pt modelId="{B6724A9D-5106-434B-B294-24B28D9310B0}" type="pres">
      <dgm:prSet presAssocID="{DED04AC5-6384-486A-A73A-77B8B408B0A0}" presName="tx1" presStyleLbl="revTx" presStyleIdx="0" presStyleCnt="4"/>
      <dgm:spPr/>
    </dgm:pt>
    <dgm:pt modelId="{4ED61768-CB8C-4B9E-A081-163DAC5C41D1}" type="pres">
      <dgm:prSet presAssocID="{DED04AC5-6384-486A-A73A-77B8B408B0A0}" presName="vert1" presStyleCnt="0"/>
      <dgm:spPr/>
    </dgm:pt>
    <dgm:pt modelId="{42C9BA28-B9B2-4C7E-8B0C-07DEF46D0AFF}" type="pres">
      <dgm:prSet presAssocID="{4AE72A62-3A9C-4A1D-A09A-6A59DF5DEE08}" presName="thickLine" presStyleLbl="alignNode1" presStyleIdx="1" presStyleCnt="4"/>
      <dgm:spPr/>
    </dgm:pt>
    <dgm:pt modelId="{859AD74F-247E-42B8-9149-98E5D0B277BB}" type="pres">
      <dgm:prSet presAssocID="{4AE72A62-3A9C-4A1D-A09A-6A59DF5DEE08}" presName="horz1" presStyleCnt="0"/>
      <dgm:spPr/>
    </dgm:pt>
    <dgm:pt modelId="{AA3003C3-40EB-48AF-B566-72044B1802F4}" type="pres">
      <dgm:prSet presAssocID="{4AE72A62-3A9C-4A1D-A09A-6A59DF5DEE08}" presName="tx1" presStyleLbl="revTx" presStyleIdx="1" presStyleCnt="4"/>
      <dgm:spPr/>
    </dgm:pt>
    <dgm:pt modelId="{E7729574-180F-4BE9-9816-B66EB2F00592}" type="pres">
      <dgm:prSet presAssocID="{4AE72A62-3A9C-4A1D-A09A-6A59DF5DEE08}" presName="vert1" presStyleCnt="0"/>
      <dgm:spPr/>
    </dgm:pt>
    <dgm:pt modelId="{143582AC-D04E-4054-8504-3C89978F84C9}" type="pres">
      <dgm:prSet presAssocID="{9BF3FE8A-2BD8-417A-B892-3B0586E074C5}" presName="thickLine" presStyleLbl="alignNode1" presStyleIdx="2" presStyleCnt="4"/>
      <dgm:spPr/>
    </dgm:pt>
    <dgm:pt modelId="{1400AC79-45FE-4952-BBF7-552C6EB84469}" type="pres">
      <dgm:prSet presAssocID="{9BF3FE8A-2BD8-417A-B892-3B0586E074C5}" presName="horz1" presStyleCnt="0"/>
      <dgm:spPr/>
    </dgm:pt>
    <dgm:pt modelId="{C8FCB582-4963-4586-92B3-9D5E1CB7164E}" type="pres">
      <dgm:prSet presAssocID="{9BF3FE8A-2BD8-417A-B892-3B0586E074C5}" presName="tx1" presStyleLbl="revTx" presStyleIdx="2" presStyleCnt="4"/>
      <dgm:spPr/>
    </dgm:pt>
    <dgm:pt modelId="{851960DD-F791-4925-A6AF-DAADBB857EB7}" type="pres">
      <dgm:prSet presAssocID="{9BF3FE8A-2BD8-417A-B892-3B0586E074C5}" presName="vert1" presStyleCnt="0"/>
      <dgm:spPr/>
    </dgm:pt>
    <dgm:pt modelId="{A12D0592-F13D-4B5B-92BC-5CAAF2B095B3}" type="pres">
      <dgm:prSet presAssocID="{901A68FB-4B68-48BC-87D7-82266A925DB4}" presName="thickLine" presStyleLbl="alignNode1" presStyleIdx="3" presStyleCnt="4"/>
      <dgm:spPr/>
    </dgm:pt>
    <dgm:pt modelId="{2D117C28-C793-41BC-B0C4-AD0371128988}" type="pres">
      <dgm:prSet presAssocID="{901A68FB-4B68-48BC-87D7-82266A925DB4}" presName="horz1" presStyleCnt="0"/>
      <dgm:spPr/>
    </dgm:pt>
    <dgm:pt modelId="{48870FB7-C116-4F76-A675-DE9D960AF233}" type="pres">
      <dgm:prSet presAssocID="{901A68FB-4B68-48BC-87D7-82266A925DB4}" presName="tx1" presStyleLbl="revTx" presStyleIdx="3" presStyleCnt="4" custLinFactNeighborX="-68755" custLinFactNeighborY="3394"/>
      <dgm:spPr/>
    </dgm:pt>
    <dgm:pt modelId="{5198BA76-1BFB-4541-B997-2C3BD3397992}" type="pres">
      <dgm:prSet presAssocID="{901A68FB-4B68-48BC-87D7-82266A925DB4}" presName="vert1" presStyleCnt="0"/>
      <dgm:spPr/>
    </dgm:pt>
  </dgm:ptLst>
  <dgm:cxnLst>
    <dgm:cxn modelId="{DAFBF10C-003D-4A66-8024-CB3BED7D9EBE}" type="presOf" srcId="{901A68FB-4B68-48BC-87D7-82266A925DB4}" destId="{48870FB7-C116-4F76-A675-DE9D960AF233}" srcOrd="0" destOrd="0" presId="urn:microsoft.com/office/officeart/2008/layout/LinedList"/>
    <dgm:cxn modelId="{0DC8BA15-50AD-47A8-8AE9-901B9DA9CC2F}" srcId="{2DF51B98-96DC-40A2-9841-D88F1B51BA83}" destId="{DED04AC5-6384-486A-A73A-77B8B408B0A0}" srcOrd="0" destOrd="0" parTransId="{752405A7-AE38-44A1-BAAB-F04A36525057}" sibTransId="{0FCFFADD-C150-4773-9BFA-461BF9CB0AF6}"/>
    <dgm:cxn modelId="{5B2C0454-F37E-4E11-8C10-45A2E56F4413}" srcId="{2DF51B98-96DC-40A2-9841-D88F1B51BA83}" destId="{901A68FB-4B68-48BC-87D7-82266A925DB4}" srcOrd="3" destOrd="0" parTransId="{67332A6F-FDB2-42E6-8F84-0BEBC3C68692}" sibTransId="{FADD523B-8B02-4B04-AA48-B2C33C0438EF}"/>
    <dgm:cxn modelId="{55A0F27E-6E11-4266-AD8C-1CE8402B8831}" type="presOf" srcId="{9BF3FE8A-2BD8-417A-B892-3B0586E074C5}" destId="{C8FCB582-4963-4586-92B3-9D5E1CB7164E}" srcOrd="0" destOrd="0" presId="urn:microsoft.com/office/officeart/2008/layout/LinedList"/>
    <dgm:cxn modelId="{C681F381-B12B-40B3-A198-0C2C6508B6DC}" srcId="{2DF51B98-96DC-40A2-9841-D88F1B51BA83}" destId="{4AE72A62-3A9C-4A1D-A09A-6A59DF5DEE08}" srcOrd="1" destOrd="0" parTransId="{F557410E-C827-42FE-89B0-D017060B891C}" sibTransId="{2A520A94-24CE-4EB8-B5DC-E1C756F391B2}"/>
    <dgm:cxn modelId="{33B83C9F-5AFB-49C8-8B4D-20375C267BA6}" srcId="{2DF51B98-96DC-40A2-9841-D88F1B51BA83}" destId="{9BF3FE8A-2BD8-417A-B892-3B0586E074C5}" srcOrd="2" destOrd="0" parTransId="{48299F5A-0DC9-4ABE-ACC0-508755390ADC}" sibTransId="{E39592B8-135B-4ECF-8D8A-70D756238667}"/>
    <dgm:cxn modelId="{1BA8DDBB-5430-4974-B431-CCE554BC82DD}" type="presOf" srcId="{4AE72A62-3A9C-4A1D-A09A-6A59DF5DEE08}" destId="{AA3003C3-40EB-48AF-B566-72044B1802F4}" srcOrd="0" destOrd="0" presId="urn:microsoft.com/office/officeart/2008/layout/LinedList"/>
    <dgm:cxn modelId="{173586C1-C4B7-413A-8DEB-0BA871013312}" type="presOf" srcId="{2DF51B98-96DC-40A2-9841-D88F1B51BA83}" destId="{BAA9675A-2C20-445A-A611-615061E5A151}" srcOrd="0" destOrd="0" presId="urn:microsoft.com/office/officeart/2008/layout/LinedList"/>
    <dgm:cxn modelId="{569EFFCA-8794-49BE-AE5A-86BF5B3AE38E}" type="presOf" srcId="{DED04AC5-6384-486A-A73A-77B8B408B0A0}" destId="{B6724A9D-5106-434B-B294-24B28D9310B0}" srcOrd="0" destOrd="0" presId="urn:microsoft.com/office/officeart/2008/layout/LinedList"/>
    <dgm:cxn modelId="{B5CF9B1C-656A-49B9-A03A-59AC4659ABD4}" type="presParOf" srcId="{BAA9675A-2C20-445A-A611-615061E5A151}" destId="{AACF2532-C596-4F97-A17D-E5655DC93110}" srcOrd="0" destOrd="0" presId="urn:microsoft.com/office/officeart/2008/layout/LinedList"/>
    <dgm:cxn modelId="{4BE29D55-D219-4FAA-A2B0-8955433F5449}" type="presParOf" srcId="{BAA9675A-2C20-445A-A611-615061E5A151}" destId="{F047885D-511D-4CEA-ADD2-4A0CA01A6080}" srcOrd="1" destOrd="0" presId="urn:microsoft.com/office/officeart/2008/layout/LinedList"/>
    <dgm:cxn modelId="{F8757DB7-0A00-4BE6-B077-F45C979C3DB1}" type="presParOf" srcId="{F047885D-511D-4CEA-ADD2-4A0CA01A6080}" destId="{B6724A9D-5106-434B-B294-24B28D9310B0}" srcOrd="0" destOrd="0" presId="urn:microsoft.com/office/officeart/2008/layout/LinedList"/>
    <dgm:cxn modelId="{C6C4D3C3-F6A9-4DD9-B674-F6F7E67F804D}" type="presParOf" srcId="{F047885D-511D-4CEA-ADD2-4A0CA01A6080}" destId="{4ED61768-CB8C-4B9E-A081-163DAC5C41D1}" srcOrd="1" destOrd="0" presId="urn:microsoft.com/office/officeart/2008/layout/LinedList"/>
    <dgm:cxn modelId="{426E1643-42AD-451D-BF63-7A8156502831}" type="presParOf" srcId="{BAA9675A-2C20-445A-A611-615061E5A151}" destId="{42C9BA28-B9B2-4C7E-8B0C-07DEF46D0AFF}" srcOrd="2" destOrd="0" presId="urn:microsoft.com/office/officeart/2008/layout/LinedList"/>
    <dgm:cxn modelId="{61D6D080-BAC2-4B9C-8AD4-842D542C9F21}" type="presParOf" srcId="{BAA9675A-2C20-445A-A611-615061E5A151}" destId="{859AD74F-247E-42B8-9149-98E5D0B277BB}" srcOrd="3" destOrd="0" presId="urn:microsoft.com/office/officeart/2008/layout/LinedList"/>
    <dgm:cxn modelId="{B8AA1D64-C2F2-4F59-A5E3-7DBBA721EF89}" type="presParOf" srcId="{859AD74F-247E-42B8-9149-98E5D0B277BB}" destId="{AA3003C3-40EB-48AF-B566-72044B1802F4}" srcOrd="0" destOrd="0" presId="urn:microsoft.com/office/officeart/2008/layout/LinedList"/>
    <dgm:cxn modelId="{35A391CF-C88E-421B-8E8B-0917F29E8962}" type="presParOf" srcId="{859AD74F-247E-42B8-9149-98E5D0B277BB}" destId="{E7729574-180F-4BE9-9816-B66EB2F00592}" srcOrd="1" destOrd="0" presId="urn:microsoft.com/office/officeart/2008/layout/LinedList"/>
    <dgm:cxn modelId="{E337F7FB-BF6E-4C27-AE9B-C149D0508BE1}" type="presParOf" srcId="{BAA9675A-2C20-445A-A611-615061E5A151}" destId="{143582AC-D04E-4054-8504-3C89978F84C9}" srcOrd="4" destOrd="0" presId="urn:microsoft.com/office/officeart/2008/layout/LinedList"/>
    <dgm:cxn modelId="{A33B3AA5-AE03-49C6-B5C7-325BB6B666D1}" type="presParOf" srcId="{BAA9675A-2C20-445A-A611-615061E5A151}" destId="{1400AC79-45FE-4952-BBF7-552C6EB84469}" srcOrd="5" destOrd="0" presId="urn:microsoft.com/office/officeart/2008/layout/LinedList"/>
    <dgm:cxn modelId="{69A27E7F-0C3B-47C6-B9AB-2150437581F0}" type="presParOf" srcId="{1400AC79-45FE-4952-BBF7-552C6EB84469}" destId="{C8FCB582-4963-4586-92B3-9D5E1CB7164E}" srcOrd="0" destOrd="0" presId="urn:microsoft.com/office/officeart/2008/layout/LinedList"/>
    <dgm:cxn modelId="{2F504C19-B7B3-4F16-A875-A5A6D273EB0B}" type="presParOf" srcId="{1400AC79-45FE-4952-BBF7-552C6EB84469}" destId="{851960DD-F791-4925-A6AF-DAADBB857EB7}" srcOrd="1" destOrd="0" presId="urn:microsoft.com/office/officeart/2008/layout/LinedList"/>
    <dgm:cxn modelId="{D7429B6D-B44F-4535-895F-60935D350E7F}" type="presParOf" srcId="{BAA9675A-2C20-445A-A611-615061E5A151}" destId="{A12D0592-F13D-4B5B-92BC-5CAAF2B095B3}" srcOrd="6" destOrd="0" presId="urn:microsoft.com/office/officeart/2008/layout/LinedList"/>
    <dgm:cxn modelId="{124E3A45-06A7-40A2-9A93-4618AC23F7F2}" type="presParOf" srcId="{BAA9675A-2C20-445A-A611-615061E5A151}" destId="{2D117C28-C793-41BC-B0C4-AD0371128988}" srcOrd="7" destOrd="0" presId="urn:microsoft.com/office/officeart/2008/layout/LinedList"/>
    <dgm:cxn modelId="{9431B08E-B644-40A6-939F-2E453E42A336}" type="presParOf" srcId="{2D117C28-C793-41BC-B0C4-AD0371128988}" destId="{48870FB7-C116-4F76-A675-DE9D960AF233}" srcOrd="0" destOrd="0" presId="urn:microsoft.com/office/officeart/2008/layout/LinedList"/>
    <dgm:cxn modelId="{3EF78F57-605E-4CA6-AB12-F159A48EAF20}" type="presParOf" srcId="{2D117C28-C793-41BC-B0C4-AD0371128988}" destId="{5198BA76-1BFB-4541-B997-2C3BD339799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636DD9-F178-4530-8F40-517F96E85CCD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B62FCB7-3423-44B4-8D6A-3DF499BDAF0D}">
      <dgm:prSet/>
      <dgm:spPr/>
      <dgm:t>
        <a:bodyPr/>
        <a:lstStyle/>
        <a:p>
          <a:r>
            <a:rPr lang="ro-RO"/>
            <a:t>Interogarea senzorilor pentru informații pe perioade diverse de timp</a:t>
          </a:r>
          <a:endParaRPr lang="en-US"/>
        </a:p>
      </dgm:t>
    </dgm:pt>
    <dgm:pt modelId="{80050482-5014-4687-9074-EF7CD5C07CFD}" type="parTrans" cxnId="{B0F87DE7-1855-4BAB-89F2-C63D95FA2230}">
      <dgm:prSet/>
      <dgm:spPr/>
      <dgm:t>
        <a:bodyPr/>
        <a:lstStyle/>
        <a:p>
          <a:endParaRPr lang="en-US"/>
        </a:p>
      </dgm:t>
    </dgm:pt>
    <dgm:pt modelId="{CC2B2316-C584-4620-8D3C-D9F382D592F0}" type="sibTrans" cxnId="{B0F87DE7-1855-4BAB-89F2-C63D95FA2230}">
      <dgm:prSet/>
      <dgm:spPr/>
      <dgm:t>
        <a:bodyPr/>
        <a:lstStyle/>
        <a:p>
          <a:endParaRPr lang="en-US"/>
        </a:p>
      </dgm:t>
    </dgm:pt>
    <dgm:pt modelId="{5362BC53-897B-49AD-8FF0-BD9219E48335}">
      <dgm:prSet/>
      <dgm:spPr/>
      <dgm:t>
        <a:bodyPr/>
        <a:lstStyle/>
        <a:p>
          <a:r>
            <a:rPr lang="ro-RO"/>
            <a:t>Paginarea datelor oferite</a:t>
          </a:r>
          <a:endParaRPr lang="en-US"/>
        </a:p>
      </dgm:t>
    </dgm:pt>
    <dgm:pt modelId="{A78D4161-23EF-4ED0-B345-0E31933CF0A0}" type="parTrans" cxnId="{86BFD999-5300-4DC0-82B8-CCDEBF1F0269}">
      <dgm:prSet/>
      <dgm:spPr/>
      <dgm:t>
        <a:bodyPr/>
        <a:lstStyle/>
        <a:p>
          <a:endParaRPr lang="en-US"/>
        </a:p>
      </dgm:t>
    </dgm:pt>
    <dgm:pt modelId="{B5C07CE6-E3CE-4433-A618-C1060B6AF940}" type="sibTrans" cxnId="{86BFD999-5300-4DC0-82B8-CCDEBF1F0269}">
      <dgm:prSet/>
      <dgm:spPr/>
      <dgm:t>
        <a:bodyPr/>
        <a:lstStyle/>
        <a:p>
          <a:endParaRPr lang="en-US"/>
        </a:p>
      </dgm:t>
    </dgm:pt>
    <dgm:pt modelId="{5A6DC409-2236-4BFD-832E-DF72D742B668}">
      <dgm:prSet/>
      <dgm:spPr/>
      <dgm:t>
        <a:bodyPr/>
        <a:lstStyle/>
        <a:p>
          <a:r>
            <a:rPr lang="ro-RO"/>
            <a:t>interogări pe perioade mari de timp cu diferite granularități</a:t>
          </a:r>
          <a:endParaRPr lang="en-US"/>
        </a:p>
      </dgm:t>
    </dgm:pt>
    <dgm:pt modelId="{5F4445BA-43B8-4F49-872D-D4309C7FC6CC}" type="parTrans" cxnId="{9EA441FA-246C-4CB3-8FC0-AC6B855C8D88}">
      <dgm:prSet/>
      <dgm:spPr/>
      <dgm:t>
        <a:bodyPr/>
        <a:lstStyle/>
        <a:p>
          <a:endParaRPr lang="en-US"/>
        </a:p>
      </dgm:t>
    </dgm:pt>
    <dgm:pt modelId="{E34494B4-7E20-4371-86F5-2B28819991C8}" type="sibTrans" cxnId="{9EA441FA-246C-4CB3-8FC0-AC6B855C8D88}">
      <dgm:prSet/>
      <dgm:spPr/>
      <dgm:t>
        <a:bodyPr/>
        <a:lstStyle/>
        <a:p>
          <a:endParaRPr lang="en-US"/>
        </a:p>
      </dgm:t>
    </dgm:pt>
    <dgm:pt modelId="{923C72D2-E157-4318-95C1-0BE95C72AD71}">
      <dgm:prSet/>
      <dgm:spPr/>
      <dgm:t>
        <a:bodyPr/>
        <a:lstStyle/>
        <a:p>
          <a:r>
            <a:rPr lang="ro-RO"/>
            <a:t>Diferite opțiuni de filtrare</a:t>
          </a:r>
          <a:endParaRPr lang="en-US"/>
        </a:p>
      </dgm:t>
    </dgm:pt>
    <dgm:pt modelId="{D177B916-422E-4572-BDD1-6916E1E182EA}" type="parTrans" cxnId="{EA1A9634-F178-47E8-B485-FAB834A6E519}">
      <dgm:prSet/>
      <dgm:spPr/>
      <dgm:t>
        <a:bodyPr/>
        <a:lstStyle/>
        <a:p>
          <a:endParaRPr lang="en-US"/>
        </a:p>
      </dgm:t>
    </dgm:pt>
    <dgm:pt modelId="{97C4354F-B8BF-496B-8091-AFCDE3D7A21F}" type="sibTrans" cxnId="{EA1A9634-F178-47E8-B485-FAB834A6E519}">
      <dgm:prSet/>
      <dgm:spPr/>
      <dgm:t>
        <a:bodyPr/>
        <a:lstStyle/>
        <a:p>
          <a:endParaRPr lang="en-US"/>
        </a:p>
      </dgm:t>
    </dgm:pt>
    <dgm:pt modelId="{7F5AAE7E-25B0-4D36-8333-A27FB79804E2}">
      <dgm:prSet/>
      <dgm:spPr/>
      <dgm:t>
        <a:bodyPr/>
        <a:lstStyle/>
        <a:p>
          <a:r>
            <a:rPr lang="ro-RO"/>
            <a:t>Acces pe baza de credențiale UPB</a:t>
          </a:r>
          <a:endParaRPr lang="en-US"/>
        </a:p>
      </dgm:t>
    </dgm:pt>
    <dgm:pt modelId="{385AF2D3-7DED-45E5-BFF2-A196DC7628E1}" type="parTrans" cxnId="{FB161939-C0EE-4631-A56B-4EC86B3DFD76}">
      <dgm:prSet/>
      <dgm:spPr/>
      <dgm:t>
        <a:bodyPr/>
        <a:lstStyle/>
        <a:p>
          <a:endParaRPr lang="en-US"/>
        </a:p>
      </dgm:t>
    </dgm:pt>
    <dgm:pt modelId="{8CD7D2E6-99F5-4692-AA8F-432B7C12C829}" type="sibTrans" cxnId="{FB161939-C0EE-4631-A56B-4EC86B3DFD76}">
      <dgm:prSet/>
      <dgm:spPr/>
      <dgm:t>
        <a:bodyPr/>
        <a:lstStyle/>
        <a:p>
          <a:endParaRPr lang="en-US"/>
        </a:p>
      </dgm:t>
    </dgm:pt>
    <dgm:pt modelId="{C8B5445B-8FF8-4BEB-9AB8-0894E5827C91}">
      <dgm:prSet/>
      <dgm:spPr/>
      <dgm:t>
        <a:bodyPr/>
        <a:lstStyle/>
        <a:p>
          <a:r>
            <a:rPr lang="ro-RO"/>
            <a:t>Mecanisme de siguranță pentru limitarea accesului la date</a:t>
          </a:r>
          <a:endParaRPr lang="en-US"/>
        </a:p>
      </dgm:t>
    </dgm:pt>
    <dgm:pt modelId="{CF5FAC72-47A9-40EB-A8E6-6CA88AF3E6E8}" type="parTrans" cxnId="{921EC2BC-2460-4898-A31E-7F2E1A66C795}">
      <dgm:prSet/>
      <dgm:spPr/>
      <dgm:t>
        <a:bodyPr/>
        <a:lstStyle/>
        <a:p>
          <a:endParaRPr lang="en-US"/>
        </a:p>
      </dgm:t>
    </dgm:pt>
    <dgm:pt modelId="{E1FE459E-8EA6-4C46-8787-3843BC63D767}" type="sibTrans" cxnId="{921EC2BC-2460-4898-A31E-7F2E1A66C795}">
      <dgm:prSet/>
      <dgm:spPr/>
      <dgm:t>
        <a:bodyPr/>
        <a:lstStyle/>
        <a:p>
          <a:endParaRPr lang="en-US"/>
        </a:p>
      </dgm:t>
    </dgm:pt>
    <dgm:pt modelId="{880206C2-EAD2-40A5-A8E1-F9DEE1FB6589}" type="pres">
      <dgm:prSet presAssocID="{9B636DD9-F178-4530-8F40-517F96E85CCD}" presName="diagram" presStyleCnt="0">
        <dgm:presLayoutVars>
          <dgm:dir/>
          <dgm:resizeHandles val="exact"/>
        </dgm:presLayoutVars>
      </dgm:prSet>
      <dgm:spPr/>
    </dgm:pt>
    <dgm:pt modelId="{3592A9AD-CE9D-4BDC-9972-B560BF3C2A88}" type="pres">
      <dgm:prSet presAssocID="{DB62FCB7-3423-44B4-8D6A-3DF499BDAF0D}" presName="node" presStyleLbl="node1" presStyleIdx="0" presStyleCnt="6">
        <dgm:presLayoutVars>
          <dgm:bulletEnabled val="1"/>
        </dgm:presLayoutVars>
      </dgm:prSet>
      <dgm:spPr/>
    </dgm:pt>
    <dgm:pt modelId="{76BD4F0D-72E6-4C89-BD04-1C836ADADA7C}" type="pres">
      <dgm:prSet presAssocID="{CC2B2316-C584-4620-8D3C-D9F382D592F0}" presName="sibTrans" presStyleCnt="0"/>
      <dgm:spPr/>
    </dgm:pt>
    <dgm:pt modelId="{C036CFAE-318F-43CC-935D-B79F50491B3F}" type="pres">
      <dgm:prSet presAssocID="{5362BC53-897B-49AD-8FF0-BD9219E48335}" presName="node" presStyleLbl="node1" presStyleIdx="1" presStyleCnt="6">
        <dgm:presLayoutVars>
          <dgm:bulletEnabled val="1"/>
        </dgm:presLayoutVars>
      </dgm:prSet>
      <dgm:spPr/>
    </dgm:pt>
    <dgm:pt modelId="{BDEF476B-0F88-4D90-98DB-656BC8349531}" type="pres">
      <dgm:prSet presAssocID="{B5C07CE6-E3CE-4433-A618-C1060B6AF940}" presName="sibTrans" presStyleCnt="0"/>
      <dgm:spPr/>
    </dgm:pt>
    <dgm:pt modelId="{06B64620-F0D9-4F72-AB7C-FC0E231567A4}" type="pres">
      <dgm:prSet presAssocID="{5A6DC409-2236-4BFD-832E-DF72D742B668}" presName="node" presStyleLbl="node1" presStyleIdx="2" presStyleCnt="6">
        <dgm:presLayoutVars>
          <dgm:bulletEnabled val="1"/>
        </dgm:presLayoutVars>
      </dgm:prSet>
      <dgm:spPr/>
    </dgm:pt>
    <dgm:pt modelId="{231E9846-9888-40D8-B4AF-3CBD079DD3C2}" type="pres">
      <dgm:prSet presAssocID="{E34494B4-7E20-4371-86F5-2B28819991C8}" presName="sibTrans" presStyleCnt="0"/>
      <dgm:spPr/>
    </dgm:pt>
    <dgm:pt modelId="{2D3EF4E3-B279-4257-A629-2FEE747CCCD8}" type="pres">
      <dgm:prSet presAssocID="{923C72D2-E157-4318-95C1-0BE95C72AD71}" presName="node" presStyleLbl="node1" presStyleIdx="3" presStyleCnt="6">
        <dgm:presLayoutVars>
          <dgm:bulletEnabled val="1"/>
        </dgm:presLayoutVars>
      </dgm:prSet>
      <dgm:spPr/>
    </dgm:pt>
    <dgm:pt modelId="{5D71CBF7-E375-48B7-8F0C-F5774603F07D}" type="pres">
      <dgm:prSet presAssocID="{97C4354F-B8BF-496B-8091-AFCDE3D7A21F}" presName="sibTrans" presStyleCnt="0"/>
      <dgm:spPr/>
    </dgm:pt>
    <dgm:pt modelId="{826E5681-5B27-4D55-A64D-58ED14927BAF}" type="pres">
      <dgm:prSet presAssocID="{7F5AAE7E-25B0-4D36-8333-A27FB79804E2}" presName="node" presStyleLbl="node1" presStyleIdx="4" presStyleCnt="6">
        <dgm:presLayoutVars>
          <dgm:bulletEnabled val="1"/>
        </dgm:presLayoutVars>
      </dgm:prSet>
      <dgm:spPr/>
    </dgm:pt>
    <dgm:pt modelId="{B520594E-5C55-47B0-9CEA-79A18C51C242}" type="pres">
      <dgm:prSet presAssocID="{8CD7D2E6-99F5-4692-AA8F-432B7C12C829}" presName="sibTrans" presStyleCnt="0"/>
      <dgm:spPr/>
    </dgm:pt>
    <dgm:pt modelId="{0B1EE81E-11BE-4ABA-990A-252772C18534}" type="pres">
      <dgm:prSet presAssocID="{C8B5445B-8FF8-4BEB-9AB8-0894E5827C91}" presName="node" presStyleLbl="node1" presStyleIdx="5" presStyleCnt="6">
        <dgm:presLayoutVars>
          <dgm:bulletEnabled val="1"/>
        </dgm:presLayoutVars>
      </dgm:prSet>
      <dgm:spPr/>
    </dgm:pt>
  </dgm:ptLst>
  <dgm:cxnLst>
    <dgm:cxn modelId="{F115E71D-57F1-4895-99E6-1B439199C8E0}" type="presOf" srcId="{C8B5445B-8FF8-4BEB-9AB8-0894E5827C91}" destId="{0B1EE81E-11BE-4ABA-990A-252772C18534}" srcOrd="0" destOrd="0" presId="urn:microsoft.com/office/officeart/2005/8/layout/default"/>
    <dgm:cxn modelId="{EA1A9634-F178-47E8-B485-FAB834A6E519}" srcId="{9B636DD9-F178-4530-8F40-517F96E85CCD}" destId="{923C72D2-E157-4318-95C1-0BE95C72AD71}" srcOrd="3" destOrd="0" parTransId="{D177B916-422E-4572-BDD1-6916E1E182EA}" sibTransId="{97C4354F-B8BF-496B-8091-AFCDE3D7A21F}"/>
    <dgm:cxn modelId="{FB161939-C0EE-4631-A56B-4EC86B3DFD76}" srcId="{9B636DD9-F178-4530-8F40-517F96E85CCD}" destId="{7F5AAE7E-25B0-4D36-8333-A27FB79804E2}" srcOrd="4" destOrd="0" parTransId="{385AF2D3-7DED-45E5-BFF2-A196DC7628E1}" sibTransId="{8CD7D2E6-99F5-4692-AA8F-432B7C12C829}"/>
    <dgm:cxn modelId="{F802FE66-7D81-4C0C-8B62-631350FE41C3}" type="presOf" srcId="{5362BC53-897B-49AD-8FF0-BD9219E48335}" destId="{C036CFAE-318F-43CC-935D-B79F50491B3F}" srcOrd="0" destOrd="0" presId="urn:microsoft.com/office/officeart/2005/8/layout/default"/>
    <dgm:cxn modelId="{86BFD999-5300-4DC0-82B8-CCDEBF1F0269}" srcId="{9B636DD9-F178-4530-8F40-517F96E85CCD}" destId="{5362BC53-897B-49AD-8FF0-BD9219E48335}" srcOrd="1" destOrd="0" parTransId="{A78D4161-23EF-4ED0-B345-0E31933CF0A0}" sibTransId="{B5C07CE6-E3CE-4433-A618-C1060B6AF940}"/>
    <dgm:cxn modelId="{64D6A99A-52C8-4D9C-B97D-466E62A4D21C}" type="presOf" srcId="{923C72D2-E157-4318-95C1-0BE95C72AD71}" destId="{2D3EF4E3-B279-4257-A629-2FEE747CCCD8}" srcOrd="0" destOrd="0" presId="urn:microsoft.com/office/officeart/2005/8/layout/default"/>
    <dgm:cxn modelId="{CC66DCB2-5027-4B22-A963-A64DCDCA4B77}" type="presOf" srcId="{7F5AAE7E-25B0-4D36-8333-A27FB79804E2}" destId="{826E5681-5B27-4D55-A64D-58ED14927BAF}" srcOrd="0" destOrd="0" presId="urn:microsoft.com/office/officeart/2005/8/layout/default"/>
    <dgm:cxn modelId="{4EA37EB7-305E-4D56-81F9-FEDDC42000F9}" type="presOf" srcId="{DB62FCB7-3423-44B4-8D6A-3DF499BDAF0D}" destId="{3592A9AD-CE9D-4BDC-9972-B560BF3C2A88}" srcOrd="0" destOrd="0" presId="urn:microsoft.com/office/officeart/2005/8/layout/default"/>
    <dgm:cxn modelId="{921EC2BC-2460-4898-A31E-7F2E1A66C795}" srcId="{9B636DD9-F178-4530-8F40-517F96E85CCD}" destId="{C8B5445B-8FF8-4BEB-9AB8-0894E5827C91}" srcOrd="5" destOrd="0" parTransId="{CF5FAC72-47A9-40EB-A8E6-6CA88AF3E6E8}" sibTransId="{E1FE459E-8EA6-4C46-8787-3843BC63D767}"/>
    <dgm:cxn modelId="{75623ACF-9723-4D8F-898E-25612D61FFA8}" type="presOf" srcId="{9B636DD9-F178-4530-8F40-517F96E85CCD}" destId="{880206C2-EAD2-40A5-A8E1-F9DEE1FB6589}" srcOrd="0" destOrd="0" presId="urn:microsoft.com/office/officeart/2005/8/layout/default"/>
    <dgm:cxn modelId="{BE06D8E1-E5AF-4E47-AE8C-EEC87ED8FEB9}" type="presOf" srcId="{5A6DC409-2236-4BFD-832E-DF72D742B668}" destId="{06B64620-F0D9-4F72-AB7C-FC0E231567A4}" srcOrd="0" destOrd="0" presId="urn:microsoft.com/office/officeart/2005/8/layout/default"/>
    <dgm:cxn modelId="{B0F87DE7-1855-4BAB-89F2-C63D95FA2230}" srcId="{9B636DD9-F178-4530-8F40-517F96E85CCD}" destId="{DB62FCB7-3423-44B4-8D6A-3DF499BDAF0D}" srcOrd="0" destOrd="0" parTransId="{80050482-5014-4687-9074-EF7CD5C07CFD}" sibTransId="{CC2B2316-C584-4620-8D3C-D9F382D592F0}"/>
    <dgm:cxn modelId="{9EA441FA-246C-4CB3-8FC0-AC6B855C8D88}" srcId="{9B636DD9-F178-4530-8F40-517F96E85CCD}" destId="{5A6DC409-2236-4BFD-832E-DF72D742B668}" srcOrd="2" destOrd="0" parTransId="{5F4445BA-43B8-4F49-872D-D4309C7FC6CC}" sibTransId="{E34494B4-7E20-4371-86F5-2B28819991C8}"/>
    <dgm:cxn modelId="{4F2242B8-E8F2-4BD3-9D7F-776497508C70}" type="presParOf" srcId="{880206C2-EAD2-40A5-A8E1-F9DEE1FB6589}" destId="{3592A9AD-CE9D-4BDC-9972-B560BF3C2A88}" srcOrd="0" destOrd="0" presId="urn:microsoft.com/office/officeart/2005/8/layout/default"/>
    <dgm:cxn modelId="{077155D1-CC2D-4984-84B5-3B341C0C9718}" type="presParOf" srcId="{880206C2-EAD2-40A5-A8E1-F9DEE1FB6589}" destId="{76BD4F0D-72E6-4C89-BD04-1C836ADADA7C}" srcOrd="1" destOrd="0" presId="urn:microsoft.com/office/officeart/2005/8/layout/default"/>
    <dgm:cxn modelId="{2F818CF3-4367-471A-9555-402862FB4330}" type="presParOf" srcId="{880206C2-EAD2-40A5-A8E1-F9DEE1FB6589}" destId="{C036CFAE-318F-43CC-935D-B79F50491B3F}" srcOrd="2" destOrd="0" presId="urn:microsoft.com/office/officeart/2005/8/layout/default"/>
    <dgm:cxn modelId="{BC5D077C-0099-45D6-8690-FB8AA24CEFFB}" type="presParOf" srcId="{880206C2-EAD2-40A5-A8E1-F9DEE1FB6589}" destId="{BDEF476B-0F88-4D90-98DB-656BC8349531}" srcOrd="3" destOrd="0" presId="urn:microsoft.com/office/officeart/2005/8/layout/default"/>
    <dgm:cxn modelId="{0AFADF2A-0C21-4CAC-AE96-81F5C12151BF}" type="presParOf" srcId="{880206C2-EAD2-40A5-A8E1-F9DEE1FB6589}" destId="{06B64620-F0D9-4F72-AB7C-FC0E231567A4}" srcOrd="4" destOrd="0" presId="urn:microsoft.com/office/officeart/2005/8/layout/default"/>
    <dgm:cxn modelId="{ED47EB4B-0C5E-4748-8CA5-F2FC1311D724}" type="presParOf" srcId="{880206C2-EAD2-40A5-A8E1-F9DEE1FB6589}" destId="{231E9846-9888-40D8-B4AF-3CBD079DD3C2}" srcOrd="5" destOrd="0" presId="urn:microsoft.com/office/officeart/2005/8/layout/default"/>
    <dgm:cxn modelId="{E8500FC3-9ACD-4039-B177-3D3DD8AE1EB7}" type="presParOf" srcId="{880206C2-EAD2-40A5-A8E1-F9DEE1FB6589}" destId="{2D3EF4E3-B279-4257-A629-2FEE747CCCD8}" srcOrd="6" destOrd="0" presId="urn:microsoft.com/office/officeart/2005/8/layout/default"/>
    <dgm:cxn modelId="{4ED5BF77-05BF-4A3A-998F-3C01BFC9261E}" type="presParOf" srcId="{880206C2-EAD2-40A5-A8E1-F9DEE1FB6589}" destId="{5D71CBF7-E375-48B7-8F0C-F5774603F07D}" srcOrd="7" destOrd="0" presId="urn:microsoft.com/office/officeart/2005/8/layout/default"/>
    <dgm:cxn modelId="{1B54FB1C-26E6-4F32-A972-0458210AF50C}" type="presParOf" srcId="{880206C2-EAD2-40A5-A8E1-F9DEE1FB6589}" destId="{826E5681-5B27-4D55-A64D-58ED14927BAF}" srcOrd="8" destOrd="0" presId="urn:microsoft.com/office/officeart/2005/8/layout/default"/>
    <dgm:cxn modelId="{BC57F671-C657-40EA-9C13-A3E1E57EB72F}" type="presParOf" srcId="{880206C2-EAD2-40A5-A8E1-F9DEE1FB6589}" destId="{B520594E-5C55-47B0-9CEA-79A18C51C242}" srcOrd="9" destOrd="0" presId="urn:microsoft.com/office/officeart/2005/8/layout/default"/>
    <dgm:cxn modelId="{457EA3ED-A1E9-410D-8B7D-12ABF85A9698}" type="presParOf" srcId="{880206C2-EAD2-40A5-A8E1-F9DEE1FB6589}" destId="{0B1EE81E-11BE-4ABA-990A-252772C1853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789A60E-73EF-4A97-8F95-C580B73DC11E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B3E41A5-4D64-41FF-B16E-0AC0CEAEDDB0}">
      <dgm:prSet/>
      <dgm:spPr/>
      <dgm:t>
        <a:bodyPr/>
        <a:lstStyle/>
        <a:p>
          <a:r>
            <a:rPr lang="ro-RO"/>
            <a:t>InfluxDB</a:t>
          </a:r>
          <a:endParaRPr lang="en-US"/>
        </a:p>
      </dgm:t>
    </dgm:pt>
    <dgm:pt modelId="{C71DF561-3727-406F-9081-535CA34AFFCF}" type="parTrans" cxnId="{1D22CC60-307D-4012-9F0E-DCAB2C3B809C}">
      <dgm:prSet/>
      <dgm:spPr/>
      <dgm:t>
        <a:bodyPr/>
        <a:lstStyle/>
        <a:p>
          <a:endParaRPr lang="en-US"/>
        </a:p>
      </dgm:t>
    </dgm:pt>
    <dgm:pt modelId="{47D90972-762B-447B-889C-60443AD77056}" type="sibTrans" cxnId="{1D22CC60-307D-4012-9F0E-DCAB2C3B809C}">
      <dgm:prSet/>
      <dgm:spPr/>
      <dgm:t>
        <a:bodyPr/>
        <a:lstStyle/>
        <a:p>
          <a:endParaRPr lang="en-US"/>
        </a:p>
      </dgm:t>
    </dgm:pt>
    <dgm:pt modelId="{996F4C0F-860B-42B2-A810-5B5B56138054}">
      <dgm:prSet/>
      <dgm:spPr/>
      <dgm:t>
        <a:bodyPr/>
        <a:lstStyle/>
        <a:p>
          <a:r>
            <a:rPr lang="ro-RO"/>
            <a:t>Spirng Boot</a:t>
          </a:r>
          <a:endParaRPr lang="en-US"/>
        </a:p>
      </dgm:t>
    </dgm:pt>
    <dgm:pt modelId="{58572A82-2605-4C71-81CA-5FC08F6E9D5B}" type="parTrans" cxnId="{EDC86DBF-CD54-4EE3-8BE1-EFCB894D5962}">
      <dgm:prSet/>
      <dgm:spPr/>
      <dgm:t>
        <a:bodyPr/>
        <a:lstStyle/>
        <a:p>
          <a:endParaRPr lang="en-US"/>
        </a:p>
      </dgm:t>
    </dgm:pt>
    <dgm:pt modelId="{EDCBB255-31D1-4FC3-95A8-601900B035AA}" type="sibTrans" cxnId="{EDC86DBF-CD54-4EE3-8BE1-EFCB894D5962}">
      <dgm:prSet/>
      <dgm:spPr/>
      <dgm:t>
        <a:bodyPr/>
        <a:lstStyle/>
        <a:p>
          <a:endParaRPr lang="en-US"/>
        </a:p>
      </dgm:t>
    </dgm:pt>
    <dgm:pt modelId="{187E834C-5B99-4002-A766-0304B6B1CF00}">
      <dgm:prSet/>
      <dgm:spPr/>
      <dgm:t>
        <a:bodyPr/>
        <a:lstStyle/>
        <a:p>
          <a:r>
            <a:rPr lang="en-US"/>
            <a:t>Kubernetes</a:t>
          </a:r>
        </a:p>
      </dgm:t>
    </dgm:pt>
    <dgm:pt modelId="{03FB2A3A-FFAF-46CD-8F10-3C340F627CCB}" type="parTrans" cxnId="{8906DBA8-4FAF-4F26-9727-16CF9EA68367}">
      <dgm:prSet/>
      <dgm:spPr/>
      <dgm:t>
        <a:bodyPr/>
        <a:lstStyle/>
        <a:p>
          <a:endParaRPr lang="en-US"/>
        </a:p>
      </dgm:t>
    </dgm:pt>
    <dgm:pt modelId="{6BE879D5-35D2-4F23-BAD5-88C76EE1122F}" type="sibTrans" cxnId="{8906DBA8-4FAF-4F26-9727-16CF9EA68367}">
      <dgm:prSet/>
      <dgm:spPr/>
      <dgm:t>
        <a:bodyPr/>
        <a:lstStyle/>
        <a:p>
          <a:endParaRPr lang="en-US"/>
        </a:p>
      </dgm:t>
    </dgm:pt>
    <dgm:pt modelId="{A5D58B99-65F3-46E8-BB98-90D79566273E}">
      <dgm:prSet/>
      <dgm:spPr/>
      <dgm:t>
        <a:bodyPr/>
        <a:lstStyle/>
        <a:p>
          <a:r>
            <a:rPr lang="en-US"/>
            <a:t>Prometheus, Grafana</a:t>
          </a:r>
        </a:p>
      </dgm:t>
    </dgm:pt>
    <dgm:pt modelId="{464B7643-B1AD-42A8-9C03-A2934DE9D050}" type="parTrans" cxnId="{8DCA2DDD-443C-42BF-B11B-B38DD829DB4D}">
      <dgm:prSet/>
      <dgm:spPr/>
      <dgm:t>
        <a:bodyPr/>
        <a:lstStyle/>
        <a:p>
          <a:endParaRPr lang="en-US"/>
        </a:p>
      </dgm:t>
    </dgm:pt>
    <dgm:pt modelId="{AEBB8241-79D6-4665-B7EC-99F038B43640}" type="sibTrans" cxnId="{8DCA2DDD-443C-42BF-B11B-B38DD829DB4D}">
      <dgm:prSet/>
      <dgm:spPr/>
      <dgm:t>
        <a:bodyPr/>
        <a:lstStyle/>
        <a:p>
          <a:endParaRPr lang="en-US"/>
        </a:p>
      </dgm:t>
    </dgm:pt>
    <dgm:pt modelId="{5A94E9CF-F7CE-4A9F-8E38-B291F8CFA367}">
      <dgm:prSet/>
      <dgm:spPr/>
      <dgm:t>
        <a:bodyPr/>
        <a:lstStyle/>
        <a:p>
          <a:r>
            <a:rPr lang="en-US"/>
            <a:t>Toxiproxy, Gatling</a:t>
          </a:r>
        </a:p>
      </dgm:t>
    </dgm:pt>
    <dgm:pt modelId="{2034900F-4576-4B6E-9833-FB0A49F4A722}" type="parTrans" cxnId="{E4486D1B-BA3D-471D-A815-3AA6E7BA7B33}">
      <dgm:prSet/>
      <dgm:spPr/>
      <dgm:t>
        <a:bodyPr/>
        <a:lstStyle/>
        <a:p>
          <a:endParaRPr lang="en-US"/>
        </a:p>
      </dgm:t>
    </dgm:pt>
    <dgm:pt modelId="{C2A1AD48-9202-4639-B452-2CC63A18D39C}" type="sibTrans" cxnId="{E4486D1B-BA3D-471D-A815-3AA6E7BA7B33}">
      <dgm:prSet/>
      <dgm:spPr/>
      <dgm:t>
        <a:bodyPr/>
        <a:lstStyle/>
        <a:p>
          <a:endParaRPr lang="en-US"/>
        </a:p>
      </dgm:t>
    </dgm:pt>
    <dgm:pt modelId="{5397DD50-C771-4F58-A689-2F4FB819919B}" type="pres">
      <dgm:prSet presAssocID="{A789A60E-73EF-4A97-8F95-C580B73DC11E}" presName="vert0" presStyleCnt="0">
        <dgm:presLayoutVars>
          <dgm:dir/>
          <dgm:animOne val="branch"/>
          <dgm:animLvl val="lvl"/>
        </dgm:presLayoutVars>
      </dgm:prSet>
      <dgm:spPr/>
    </dgm:pt>
    <dgm:pt modelId="{7C7786A1-75DC-4723-A59E-14DA10777D22}" type="pres">
      <dgm:prSet presAssocID="{3B3E41A5-4D64-41FF-B16E-0AC0CEAEDDB0}" presName="thickLine" presStyleLbl="alignNode1" presStyleIdx="0" presStyleCnt="5"/>
      <dgm:spPr/>
    </dgm:pt>
    <dgm:pt modelId="{BA62BC5B-D0BF-448E-8836-2058A93A8EE7}" type="pres">
      <dgm:prSet presAssocID="{3B3E41A5-4D64-41FF-B16E-0AC0CEAEDDB0}" presName="horz1" presStyleCnt="0"/>
      <dgm:spPr/>
    </dgm:pt>
    <dgm:pt modelId="{202EB13D-C24B-4741-8F43-D07A126CB2BB}" type="pres">
      <dgm:prSet presAssocID="{3B3E41A5-4D64-41FF-B16E-0AC0CEAEDDB0}" presName="tx1" presStyleLbl="revTx" presStyleIdx="0" presStyleCnt="5"/>
      <dgm:spPr/>
    </dgm:pt>
    <dgm:pt modelId="{DAD0A7FC-BE90-4D7C-A3FC-D979064D19C5}" type="pres">
      <dgm:prSet presAssocID="{3B3E41A5-4D64-41FF-B16E-0AC0CEAEDDB0}" presName="vert1" presStyleCnt="0"/>
      <dgm:spPr/>
    </dgm:pt>
    <dgm:pt modelId="{2D2C498B-7EBF-4872-82C0-B71DC81BE0C9}" type="pres">
      <dgm:prSet presAssocID="{996F4C0F-860B-42B2-A810-5B5B56138054}" presName="thickLine" presStyleLbl="alignNode1" presStyleIdx="1" presStyleCnt="5"/>
      <dgm:spPr/>
    </dgm:pt>
    <dgm:pt modelId="{AE1693CE-BEBB-4F82-AB82-7EEE5685FA7C}" type="pres">
      <dgm:prSet presAssocID="{996F4C0F-860B-42B2-A810-5B5B56138054}" presName="horz1" presStyleCnt="0"/>
      <dgm:spPr/>
    </dgm:pt>
    <dgm:pt modelId="{6CDDA6F5-509C-4B18-B05B-40E2D8901645}" type="pres">
      <dgm:prSet presAssocID="{996F4C0F-860B-42B2-A810-5B5B56138054}" presName="tx1" presStyleLbl="revTx" presStyleIdx="1" presStyleCnt="5"/>
      <dgm:spPr/>
    </dgm:pt>
    <dgm:pt modelId="{B511661F-3256-401B-89F7-42606A83A882}" type="pres">
      <dgm:prSet presAssocID="{996F4C0F-860B-42B2-A810-5B5B56138054}" presName="vert1" presStyleCnt="0"/>
      <dgm:spPr/>
    </dgm:pt>
    <dgm:pt modelId="{BDA6B20B-F980-4BA8-9422-2C01D73E9551}" type="pres">
      <dgm:prSet presAssocID="{187E834C-5B99-4002-A766-0304B6B1CF00}" presName="thickLine" presStyleLbl="alignNode1" presStyleIdx="2" presStyleCnt="5"/>
      <dgm:spPr/>
    </dgm:pt>
    <dgm:pt modelId="{86706A9E-082C-41DA-B0B9-E66823B59025}" type="pres">
      <dgm:prSet presAssocID="{187E834C-5B99-4002-A766-0304B6B1CF00}" presName="horz1" presStyleCnt="0"/>
      <dgm:spPr/>
    </dgm:pt>
    <dgm:pt modelId="{C57D04DC-C40A-48FD-8615-18E9005AF3BD}" type="pres">
      <dgm:prSet presAssocID="{187E834C-5B99-4002-A766-0304B6B1CF00}" presName="tx1" presStyleLbl="revTx" presStyleIdx="2" presStyleCnt="5"/>
      <dgm:spPr/>
    </dgm:pt>
    <dgm:pt modelId="{AA90BC5B-6762-40AC-913F-6FE5F3004505}" type="pres">
      <dgm:prSet presAssocID="{187E834C-5B99-4002-A766-0304B6B1CF00}" presName="vert1" presStyleCnt="0"/>
      <dgm:spPr/>
    </dgm:pt>
    <dgm:pt modelId="{69BBDB9B-E0EF-4783-8B47-A004A4F32A07}" type="pres">
      <dgm:prSet presAssocID="{A5D58B99-65F3-46E8-BB98-90D79566273E}" presName="thickLine" presStyleLbl="alignNode1" presStyleIdx="3" presStyleCnt="5"/>
      <dgm:spPr/>
    </dgm:pt>
    <dgm:pt modelId="{B9FB63F5-3A33-4258-BAA4-40A4DCC3227A}" type="pres">
      <dgm:prSet presAssocID="{A5D58B99-65F3-46E8-BB98-90D79566273E}" presName="horz1" presStyleCnt="0"/>
      <dgm:spPr/>
    </dgm:pt>
    <dgm:pt modelId="{E0BAF4F0-4224-4A66-A52A-EB69E72B8CC7}" type="pres">
      <dgm:prSet presAssocID="{A5D58B99-65F3-46E8-BB98-90D79566273E}" presName="tx1" presStyleLbl="revTx" presStyleIdx="3" presStyleCnt="5"/>
      <dgm:spPr/>
    </dgm:pt>
    <dgm:pt modelId="{15491B91-431D-43B2-A9F8-76DE0AAA6E90}" type="pres">
      <dgm:prSet presAssocID="{A5D58B99-65F3-46E8-BB98-90D79566273E}" presName="vert1" presStyleCnt="0"/>
      <dgm:spPr/>
    </dgm:pt>
    <dgm:pt modelId="{121D2BFD-95D6-4C72-A32A-FB9CDBD626BB}" type="pres">
      <dgm:prSet presAssocID="{5A94E9CF-F7CE-4A9F-8E38-B291F8CFA367}" presName="thickLine" presStyleLbl="alignNode1" presStyleIdx="4" presStyleCnt="5"/>
      <dgm:spPr/>
    </dgm:pt>
    <dgm:pt modelId="{7FA48BE2-13C5-45B7-9FDF-E69F81CB61BE}" type="pres">
      <dgm:prSet presAssocID="{5A94E9CF-F7CE-4A9F-8E38-B291F8CFA367}" presName="horz1" presStyleCnt="0"/>
      <dgm:spPr/>
    </dgm:pt>
    <dgm:pt modelId="{BA742F1F-3F34-46DB-B9A2-2D47F4FE39FD}" type="pres">
      <dgm:prSet presAssocID="{5A94E9CF-F7CE-4A9F-8E38-B291F8CFA367}" presName="tx1" presStyleLbl="revTx" presStyleIdx="4" presStyleCnt="5"/>
      <dgm:spPr/>
    </dgm:pt>
    <dgm:pt modelId="{91EA06BA-20DB-4A4F-874E-524CB1842F3C}" type="pres">
      <dgm:prSet presAssocID="{5A94E9CF-F7CE-4A9F-8E38-B291F8CFA367}" presName="vert1" presStyleCnt="0"/>
      <dgm:spPr/>
    </dgm:pt>
  </dgm:ptLst>
  <dgm:cxnLst>
    <dgm:cxn modelId="{E4486D1B-BA3D-471D-A815-3AA6E7BA7B33}" srcId="{A789A60E-73EF-4A97-8F95-C580B73DC11E}" destId="{5A94E9CF-F7CE-4A9F-8E38-B291F8CFA367}" srcOrd="4" destOrd="0" parTransId="{2034900F-4576-4B6E-9833-FB0A49F4A722}" sibTransId="{C2A1AD48-9202-4639-B452-2CC63A18D39C}"/>
    <dgm:cxn modelId="{1D22CC60-307D-4012-9F0E-DCAB2C3B809C}" srcId="{A789A60E-73EF-4A97-8F95-C580B73DC11E}" destId="{3B3E41A5-4D64-41FF-B16E-0AC0CEAEDDB0}" srcOrd="0" destOrd="0" parTransId="{C71DF561-3727-406F-9081-535CA34AFFCF}" sibTransId="{47D90972-762B-447B-889C-60443AD77056}"/>
    <dgm:cxn modelId="{39C76241-5BEB-44B9-AFB9-FEB8F99C2378}" type="presOf" srcId="{187E834C-5B99-4002-A766-0304B6B1CF00}" destId="{C57D04DC-C40A-48FD-8615-18E9005AF3BD}" srcOrd="0" destOrd="0" presId="urn:microsoft.com/office/officeart/2008/layout/LinedList"/>
    <dgm:cxn modelId="{95F71A91-BD33-4AB5-971E-C4F43E1EEE6B}" type="presOf" srcId="{5A94E9CF-F7CE-4A9F-8E38-B291F8CFA367}" destId="{BA742F1F-3F34-46DB-B9A2-2D47F4FE39FD}" srcOrd="0" destOrd="0" presId="urn:microsoft.com/office/officeart/2008/layout/LinedList"/>
    <dgm:cxn modelId="{234E2596-9BA1-465D-B6EE-2D6608405933}" type="presOf" srcId="{A789A60E-73EF-4A97-8F95-C580B73DC11E}" destId="{5397DD50-C771-4F58-A689-2F4FB819919B}" srcOrd="0" destOrd="0" presId="urn:microsoft.com/office/officeart/2008/layout/LinedList"/>
    <dgm:cxn modelId="{9A6F7EA4-34A5-42B7-9B8C-B6E0DCE29B14}" type="presOf" srcId="{996F4C0F-860B-42B2-A810-5B5B56138054}" destId="{6CDDA6F5-509C-4B18-B05B-40E2D8901645}" srcOrd="0" destOrd="0" presId="urn:microsoft.com/office/officeart/2008/layout/LinedList"/>
    <dgm:cxn modelId="{8906DBA8-4FAF-4F26-9727-16CF9EA68367}" srcId="{A789A60E-73EF-4A97-8F95-C580B73DC11E}" destId="{187E834C-5B99-4002-A766-0304B6B1CF00}" srcOrd="2" destOrd="0" parTransId="{03FB2A3A-FFAF-46CD-8F10-3C340F627CCB}" sibTransId="{6BE879D5-35D2-4F23-BAD5-88C76EE1122F}"/>
    <dgm:cxn modelId="{E24092B0-96C1-414F-8F76-6A67468BBA52}" type="presOf" srcId="{3B3E41A5-4D64-41FF-B16E-0AC0CEAEDDB0}" destId="{202EB13D-C24B-4741-8F43-D07A126CB2BB}" srcOrd="0" destOrd="0" presId="urn:microsoft.com/office/officeart/2008/layout/LinedList"/>
    <dgm:cxn modelId="{EDC86DBF-CD54-4EE3-8BE1-EFCB894D5962}" srcId="{A789A60E-73EF-4A97-8F95-C580B73DC11E}" destId="{996F4C0F-860B-42B2-A810-5B5B56138054}" srcOrd="1" destOrd="0" parTransId="{58572A82-2605-4C71-81CA-5FC08F6E9D5B}" sibTransId="{EDCBB255-31D1-4FC3-95A8-601900B035AA}"/>
    <dgm:cxn modelId="{8DCA2DDD-443C-42BF-B11B-B38DD829DB4D}" srcId="{A789A60E-73EF-4A97-8F95-C580B73DC11E}" destId="{A5D58B99-65F3-46E8-BB98-90D79566273E}" srcOrd="3" destOrd="0" parTransId="{464B7643-B1AD-42A8-9C03-A2934DE9D050}" sibTransId="{AEBB8241-79D6-4665-B7EC-99F038B43640}"/>
    <dgm:cxn modelId="{CFFA3EF1-0F8B-4690-A2BD-E99483A93E94}" type="presOf" srcId="{A5D58B99-65F3-46E8-BB98-90D79566273E}" destId="{E0BAF4F0-4224-4A66-A52A-EB69E72B8CC7}" srcOrd="0" destOrd="0" presId="urn:microsoft.com/office/officeart/2008/layout/LinedList"/>
    <dgm:cxn modelId="{1DF81D06-5A5C-44D1-ADC0-65E5C0A9F4E0}" type="presParOf" srcId="{5397DD50-C771-4F58-A689-2F4FB819919B}" destId="{7C7786A1-75DC-4723-A59E-14DA10777D22}" srcOrd="0" destOrd="0" presId="urn:microsoft.com/office/officeart/2008/layout/LinedList"/>
    <dgm:cxn modelId="{F8669847-3B3D-4753-9DE3-A8CB877B48F5}" type="presParOf" srcId="{5397DD50-C771-4F58-A689-2F4FB819919B}" destId="{BA62BC5B-D0BF-448E-8836-2058A93A8EE7}" srcOrd="1" destOrd="0" presId="urn:microsoft.com/office/officeart/2008/layout/LinedList"/>
    <dgm:cxn modelId="{30D00FB6-9548-4C8F-9F34-4FAE776A346F}" type="presParOf" srcId="{BA62BC5B-D0BF-448E-8836-2058A93A8EE7}" destId="{202EB13D-C24B-4741-8F43-D07A126CB2BB}" srcOrd="0" destOrd="0" presId="urn:microsoft.com/office/officeart/2008/layout/LinedList"/>
    <dgm:cxn modelId="{1A6E2545-291F-4ED0-B139-F90011DD8C05}" type="presParOf" srcId="{BA62BC5B-D0BF-448E-8836-2058A93A8EE7}" destId="{DAD0A7FC-BE90-4D7C-A3FC-D979064D19C5}" srcOrd="1" destOrd="0" presId="urn:microsoft.com/office/officeart/2008/layout/LinedList"/>
    <dgm:cxn modelId="{F42B788A-F18B-47F2-83A7-C0CEF801F328}" type="presParOf" srcId="{5397DD50-C771-4F58-A689-2F4FB819919B}" destId="{2D2C498B-7EBF-4872-82C0-B71DC81BE0C9}" srcOrd="2" destOrd="0" presId="urn:microsoft.com/office/officeart/2008/layout/LinedList"/>
    <dgm:cxn modelId="{F45FC98B-E26D-4D95-B072-0B0D7383B212}" type="presParOf" srcId="{5397DD50-C771-4F58-A689-2F4FB819919B}" destId="{AE1693CE-BEBB-4F82-AB82-7EEE5685FA7C}" srcOrd="3" destOrd="0" presId="urn:microsoft.com/office/officeart/2008/layout/LinedList"/>
    <dgm:cxn modelId="{E1CE320C-148E-42CA-A1C6-5F26A5FCD4AA}" type="presParOf" srcId="{AE1693CE-BEBB-4F82-AB82-7EEE5685FA7C}" destId="{6CDDA6F5-509C-4B18-B05B-40E2D8901645}" srcOrd="0" destOrd="0" presId="urn:microsoft.com/office/officeart/2008/layout/LinedList"/>
    <dgm:cxn modelId="{231DB31B-1409-4C4F-8F08-F400E180AAD7}" type="presParOf" srcId="{AE1693CE-BEBB-4F82-AB82-7EEE5685FA7C}" destId="{B511661F-3256-401B-89F7-42606A83A882}" srcOrd="1" destOrd="0" presId="urn:microsoft.com/office/officeart/2008/layout/LinedList"/>
    <dgm:cxn modelId="{8870B2BE-B386-4804-9B60-DD27288AE290}" type="presParOf" srcId="{5397DD50-C771-4F58-A689-2F4FB819919B}" destId="{BDA6B20B-F980-4BA8-9422-2C01D73E9551}" srcOrd="4" destOrd="0" presId="urn:microsoft.com/office/officeart/2008/layout/LinedList"/>
    <dgm:cxn modelId="{C2D174D0-43E4-4650-BCA3-C6AF294F1360}" type="presParOf" srcId="{5397DD50-C771-4F58-A689-2F4FB819919B}" destId="{86706A9E-082C-41DA-B0B9-E66823B59025}" srcOrd="5" destOrd="0" presId="urn:microsoft.com/office/officeart/2008/layout/LinedList"/>
    <dgm:cxn modelId="{0EA6BDDA-A5A5-4096-8D36-9DB72CE90E84}" type="presParOf" srcId="{86706A9E-082C-41DA-B0B9-E66823B59025}" destId="{C57D04DC-C40A-48FD-8615-18E9005AF3BD}" srcOrd="0" destOrd="0" presId="urn:microsoft.com/office/officeart/2008/layout/LinedList"/>
    <dgm:cxn modelId="{0C98FF0E-03DC-43C4-A9DE-636408DE29E2}" type="presParOf" srcId="{86706A9E-082C-41DA-B0B9-E66823B59025}" destId="{AA90BC5B-6762-40AC-913F-6FE5F3004505}" srcOrd="1" destOrd="0" presId="urn:microsoft.com/office/officeart/2008/layout/LinedList"/>
    <dgm:cxn modelId="{689DB28A-0994-4AD5-A780-C6885A62DAEE}" type="presParOf" srcId="{5397DD50-C771-4F58-A689-2F4FB819919B}" destId="{69BBDB9B-E0EF-4783-8B47-A004A4F32A07}" srcOrd="6" destOrd="0" presId="urn:microsoft.com/office/officeart/2008/layout/LinedList"/>
    <dgm:cxn modelId="{3C151FCB-2326-48BB-A8BF-0D8196B7DBC5}" type="presParOf" srcId="{5397DD50-C771-4F58-A689-2F4FB819919B}" destId="{B9FB63F5-3A33-4258-BAA4-40A4DCC3227A}" srcOrd="7" destOrd="0" presId="urn:microsoft.com/office/officeart/2008/layout/LinedList"/>
    <dgm:cxn modelId="{B002BD24-F610-44CF-B3E6-B2162FA94AC8}" type="presParOf" srcId="{B9FB63F5-3A33-4258-BAA4-40A4DCC3227A}" destId="{E0BAF4F0-4224-4A66-A52A-EB69E72B8CC7}" srcOrd="0" destOrd="0" presId="urn:microsoft.com/office/officeart/2008/layout/LinedList"/>
    <dgm:cxn modelId="{84BC1697-88FE-49E2-AFA6-82BAE2B52700}" type="presParOf" srcId="{B9FB63F5-3A33-4258-BAA4-40A4DCC3227A}" destId="{15491B91-431D-43B2-A9F8-76DE0AAA6E90}" srcOrd="1" destOrd="0" presId="urn:microsoft.com/office/officeart/2008/layout/LinedList"/>
    <dgm:cxn modelId="{CF660B4B-9E37-4B2B-88E3-B327762844B5}" type="presParOf" srcId="{5397DD50-C771-4F58-A689-2F4FB819919B}" destId="{121D2BFD-95D6-4C72-A32A-FB9CDBD626BB}" srcOrd="8" destOrd="0" presId="urn:microsoft.com/office/officeart/2008/layout/LinedList"/>
    <dgm:cxn modelId="{4DFA0D67-BAC1-460B-A7F7-4567F9E04A40}" type="presParOf" srcId="{5397DD50-C771-4F58-A689-2F4FB819919B}" destId="{7FA48BE2-13C5-45B7-9FDF-E69F81CB61BE}" srcOrd="9" destOrd="0" presId="urn:microsoft.com/office/officeart/2008/layout/LinedList"/>
    <dgm:cxn modelId="{A6BB2AA6-8599-45F6-9758-20FE64DBD2B3}" type="presParOf" srcId="{7FA48BE2-13C5-45B7-9FDF-E69F81CB61BE}" destId="{BA742F1F-3F34-46DB-B9A2-2D47F4FE39FD}" srcOrd="0" destOrd="0" presId="urn:microsoft.com/office/officeart/2008/layout/LinedList"/>
    <dgm:cxn modelId="{9D4BCCE5-9DD9-4233-89B1-8D84B3B9BC79}" type="presParOf" srcId="{7FA48BE2-13C5-45B7-9FDF-E69F81CB61BE}" destId="{91EA06BA-20DB-4A4F-874E-524CB1842F3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C89FF08-5BA7-4EC9-91AA-E30FBDBA37D3}" type="doc">
      <dgm:prSet loTypeId="urn:microsoft.com/office/officeart/2005/8/layout/list1" loCatId="list" qsTypeId="urn:microsoft.com/office/officeart/2005/8/quickstyle/simple2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06BA788-0EAA-49CB-A5C8-5E3C63F1953F}">
      <dgm:prSet/>
      <dgm:spPr/>
      <dgm:t>
        <a:bodyPr/>
        <a:lstStyle/>
        <a:p>
          <a:r>
            <a:rPr lang="ro-RO" b="1"/>
            <a:t>OpenAPI</a:t>
          </a:r>
          <a:r>
            <a:rPr lang="ro-RO"/>
            <a:t> </a:t>
          </a:r>
          <a:endParaRPr lang="en-US"/>
        </a:p>
      </dgm:t>
    </dgm:pt>
    <dgm:pt modelId="{58BFFD54-E483-4EDF-AF48-896621C611B4}" type="parTrans" cxnId="{9B076D80-AE25-432C-B121-825D72D747C1}">
      <dgm:prSet/>
      <dgm:spPr/>
      <dgm:t>
        <a:bodyPr/>
        <a:lstStyle/>
        <a:p>
          <a:endParaRPr lang="en-US"/>
        </a:p>
      </dgm:t>
    </dgm:pt>
    <dgm:pt modelId="{F83CA33C-A006-45CC-B0A4-221ED0C9CB7A}" type="sibTrans" cxnId="{9B076D80-AE25-432C-B121-825D72D747C1}">
      <dgm:prSet/>
      <dgm:spPr/>
      <dgm:t>
        <a:bodyPr/>
        <a:lstStyle/>
        <a:p>
          <a:endParaRPr lang="en-US"/>
        </a:p>
      </dgm:t>
    </dgm:pt>
    <dgm:pt modelId="{BAFEB81E-A180-4AC6-9A75-4274682A6DFA}">
      <dgm:prSet/>
      <dgm:spPr/>
      <dgm:t>
        <a:bodyPr/>
        <a:lstStyle/>
        <a:p>
          <a:r>
            <a:rPr lang="ro-RO"/>
            <a:t>Respector, Prophet, AutoOAS, springdoc-openapi</a:t>
          </a:r>
          <a:endParaRPr lang="en-US"/>
        </a:p>
      </dgm:t>
    </dgm:pt>
    <dgm:pt modelId="{47488BD2-411A-421D-94E0-E8A17C0323D5}" type="parTrans" cxnId="{9D0F7C10-3736-4FCE-B5AA-7F52B0B5A8FA}">
      <dgm:prSet/>
      <dgm:spPr/>
      <dgm:t>
        <a:bodyPr/>
        <a:lstStyle/>
        <a:p>
          <a:endParaRPr lang="en-US"/>
        </a:p>
      </dgm:t>
    </dgm:pt>
    <dgm:pt modelId="{1A335C50-A58A-4250-AEE5-49C693AA0F16}" type="sibTrans" cxnId="{9D0F7C10-3736-4FCE-B5AA-7F52B0B5A8FA}">
      <dgm:prSet/>
      <dgm:spPr/>
      <dgm:t>
        <a:bodyPr/>
        <a:lstStyle/>
        <a:p>
          <a:endParaRPr lang="en-US"/>
        </a:p>
      </dgm:t>
    </dgm:pt>
    <dgm:pt modelId="{9006D2DF-9F0D-4953-ABCF-DA8406E5B178}">
      <dgm:prSet/>
      <dgm:spPr/>
      <dgm:t>
        <a:bodyPr/>
        <a:lstStyle/>
        <a:p>
          <a:r>
            <a:rPr lang="ro-RO"/>
            <a:t>Evaluarea clarității documentației</a:t>
          </a:r>
          <a:endParaRPr lang="en-US"/>
        </a:p>
      </dgm:t>
    </dgm:pt>
    <dgm:pt modelId="{D4D8BA4F-63AB-45CE-AD61-A72A1BD686D0}" type="parTrans" cxnId="{01180810-4865-4CF3-85BA-C2D8DC330990}">
      <dgm:prSet/>
      <dgm:spPr/>
      <dgm:t>
        <a:bodyPr/>
        <a:lstStyle/>
        <a:p>
          <a:endParaRPr lang="en-US"/>
        </a:p>
      </dgm:t>
    </dgm:pt>
    <dgm:pt modelId="{5BD5738F-3EB8-4FD8-9E44-14B5CDC647EB}" type="sibTrans" cxnId="{01180810-4865-4CF3-85BA-C2D8DC330990}">
      <dgm:prSet/>
      <dgm:spPr/>
      <dgm:t>
        <a:bodyPr/>
        <a:lstStyle/>
        <a:p>
          <a:endParaRPr lang="en-US"/>
        </a:p>
      </dgm:t>
    </dgm:pt>
    <dgm:pt modelId="{87477464-D259-4FB9-B5FB-BA189296021D}" type="pres">
      <dgm:prSet presAssocID="{5C89FF08-5BA7-4EC9-91AA-E30FBDBA37D3}" presName="linear" presStyleCnt="0">
        <dgm:presLayoutVars>
          <dgm:dir/>
          <dgm:animLvl val="lvl"/>
          <dgm:resizeHandles val="exact"/>
        </dgm:presLayoutVars>
      </dgm:prSet>
      <dgm:spPr/>
    </dgm:pt>
    <dgm:pt modelId="{33E5451D-1EB5-4634-BA52-6553A9694DC4}" type="pres">
      <dgm:prSet presAssocID="{B06BA788-0EAA-49CB-A5C8-5E3C63F1953F}" presName="parentLin" presStyleCnt="0"/>
      <dgm:spPr/>
    </dgm:pt>
    <dgm:pt modelId="{45FC1AB2-408B-481D-99C4-F3B8EFDF6959}" type="pres">
      <dgm:prSet presAssocID="{B06BA788-0EAA-49CB-A5C8-5E3C63F1953F}" presName="parentLeftMargin" presStyleLbl="node1" presStyleIdx="0" presStyleCnt="3"/>
      <dgm:spPr/>
    </dgm:pt>
    <dgm:pt modelId="{D234D44F-A596-48C1-AF76-5DBB6B1D9BD5}" type="pres">
      <dgm:prSet presAssocID="{B06BA788-0EAA-49CB-A5C8-5E3C63F1953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E0D8381-7978-4F0E-A2E7-F50DD7D5B80B}" type="pres">
      <dgm:prSet presAssocID="{B06BA788-0EAA-49CB-A5C8-5E3C63F1953F}" presName="negativeSpace" presStyleCnt="0"/>
      <dgm:spPr/>
    </dgm:pt>
    <dgm:pt modelId="{C96A11F2-69FA-4673-A63D-117D4BE20568}" type="pres">
      <dgm:prSet presAssocID="{B06BA788-0EAA-49CB-A5C8-5E3C63F1953F}" presName="childText" presStyleLbl="conFgAcc1" presStyleIdx="0" presStyleCnt="3">
        <dgm:presLayoutVars>
          <dgm:bulletEnabled val="1"/>
        </dgm:presLayoutVars>
      </dgm:prSet>
      <dgm:spPr/>
    </dgm:pt>
    <dgm:pt modelId="{750F41DE-0944-4A0F-BE89-01345CC3890F}" type="pres">
      <dgm:prSet presAssocID="{F83CA33C-A006-45CC-B0A4-221ED0C9CB7A}" presName="spaceBetweenRectangles" presStyleCnt="0"/>
      <dgm:spPr/>
    </dgm:pt>
    <dgm:pt modelId="{65381511-0F4B-47FD-8895-902515A54494}" type="pres">
      <dgm:prSet presAssocID="{BAFEB81E-A180-4AC6-9A75-4274682A6DFA}" presName="parentLin" presStyleCnt="0"/>
      <dgm:spPr/>
    </dgm:pt>
    <dgm:pt modelId="{6B18F64C-3408-4CDB-A07A-37951A60A5BD}" type="pres">
      <dgm:prSet presAssocID="{BAFEB81E-A180-4AC6-9A75-4274682A6DFA}" presName="parentLeftMargin" presStyleLbl="node1" presStyleIdx="0" presStyleCnt="3"/>
      <dgm:spPr/>
    </dgm:pt>
    <dgm:pt modelId="{C525B732-A473-40DF-A7BE-40F6C13FD984}" type="pres">
      <dgm:prSet presAssocID="{BAFEB81E-A180-4AC6-9A75-4274682A6DF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E8B46DB-301D-489F-89F7-31C0D06AB877}" type="pres">
      <dgm:prSet presAssocID="{BAFEB81E-A180-4AC6-9A75-4274682A6DFA}" presName="negativeSpace" presStyleCnt="0"/>
      <dgm:spPr/>
    </dgm:pt>
    <dgm:pt modelId="{2BD539B7-F3A6-4275-84E8-37BDCAC29BA2}" type="pres">
      <dgm:prSet presAssocID="{BAFEB81E-A180-4AC6-9A75-4274682A6DFA}" presName="childText" presStyleLbl="conFgAcc1" presStyleIdx="1" presStyleCnt="3">
        <dgm:presLayoutVars>
          <dgm:bulletEnabled val="1"/>
        </dgm:presLayoutVars>
      </dgm:prSet>
      <dgm:spPr/>
    </dgm:pt>
    <dgm:pt modelId="{87ED5A01-FDF2-4DA8-9BEE-92F3E8143756}" type="pres">
      <dgm:prSet presAssocID="{1A335C50-A58A-4250-AEE5-49C693AA0F16}" presName="spaceBetweenRectangles" presStyleCnt="0"/>
      <dgm:spPr/>
    </dgm:pt>
    <dgm:pt modelId="{9FB475D5-2B01-40F7-A838-632034830749}" type="pres">
      <dgm:prSet presAssocID="{9006D2DF-9F0D-4953-ABCF-DA8406E5B178}" presName="parentLin" presStyleCnt="0"/>
      <dgm:spPr/>
    </dgm:pt>
    <dgm:pt modelId="{14021755-9D2D-44BF-A566-6EFDDE104E51}" type="pres">
      <dgm:prSet presAssocID="{9006D2DF-9F0D-4953-ABCF-DA8406E5B178}" presName="parentLeftMargin" presStyleLbl="node1" presStyleIdx="1" presStyleCnt="3"/>
      <dgm:spPr/>
    </dgm:pt>
    <dgm:pt modelId="{4BA47CA9-73C1-40DF-B245-416B00B65C08}" type="pres">
      <dgm:prSet presAssocID="{9006D2DF-9F0D-4953-ABCF-DA8406E5B17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CCAFE72-24FB-4618-958A-81BD38998096}" type="pres">
      <dgm:prSet presAssocID="{9006D2DF-9F0D-4953-ABCF-DA8406E5B178}" presName="negativeSpace" presStyleCnt="0"/>
      <dgm:spPr/>
    </dgm:pt>
    <dgm:pt modelId="{F295D415-5200-49D0-BAD7-6D3844D1BD93}" type="pres">
      <dgm:prSet presAssocID="{9006D2DF-9F0D-4953-ABCF-DA8406E5B17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6F03101-A3B6-4C79-B23C-B7EC57A1E35C}" type="presOf" srcId="{B06BA788-0EAA-49CB-A5C8-5E3C63F1953F}" destId="{D234D44F-A596-48C1-AF76-5DBB6B1D9BD5}" srcOrd="1" destOrd="0" presId="urn:microsoft.com/office/officeart/2005/8/layout/list1"/>
    <dgm:cxn modelId="{01180810-4865-4CF3-85BA-C2D8DC330990}" srcId="{5C89FF08-5BA7-4EC9-91AA-E30FBDBA37D3}" destId="{9006D2DF-9F0D-4953-ABCF-DA8406E5B178}" srcOrd="2" destOrd="0" parTransId="{D4D8BA4F-63AB-45CE-AD61-A72A1BD686D0}" sibTransId="{5BD5738F-3EB8-4FD8-9E44-14B5CDC647EB}"/>
    <dgm:cxn modelId="{9D0F7C10-3736-4FCE-B5AA-7F52B0B5A8FA}" srcId="{5C89FF08-5BA7-4EC9-91AA-E30FBDBA37D3}" destId="{BAFEB81E-A180-4AC6-9A75-4274682A6DFA}" srcOrd="1" destOrd="0" parTransId="{47488BD2-411A-421D-94E0-E8A17C0323D5}" sibTransId="{1A335C50-A58A-4250-AEE5-49C693AA0F16}"/>
    <dgm:cxn modelId="{22482911-D228-4156-8B91-7876095D2F16}" type="presOf" srcId="{BAFEB81E-A180-4AC6-9A75-4274682A6DFA}" destId="{C525B732-A473-40DF-A7BE-40F6C13FD984}" srcOrd="1" destOrd="0" presId="urn:microsoft.com/office/officeart/2005/8/layout/list1"/>
    <dgm:cxn modelId="{7FDAC34D-6F18-4FB9-9543-3FA19896195F}" type="presOf" srcId="{BAFEB81E-A180-4AC6-9A75-4274682A6DFA}" destId="{6B18F64C-3408-4CDB-A07A-37951A60A5BD}" srcOrd="0" destOrd="0" presId="urn:microsoft.com/office/officeart/2005/8/layout/list1"/>
    <dgm:cxn modelId="{D857BA54-0956-4922-A6D6-9B0CF520F63B}" type="presOf" srcId="{9006D2DF-9F0D-4953-ABCF-DA8406E5B178}" destId="{4BA47CA9-73C1-40DF-B245-416B00B65C08}" srcOrd="1" destOrd="0" presId="urn:microsoft.com/office/officeart/2005/8/layout/list1"/>
    <dgm:cxn modelId="{9B076D80-AE25-432C-B121-825D72D747C1}" srcId="{5C89FF08-5BA7-4EC9-91AA-E30FBDBA37D3}" destId="{B06BA788-0EAA-49CB-A5C8-5E3C63F1953F}" srcOrd="0" destOrd="0" parTransId="{58BFFD54-E483-4EDF-AF48-896621C611B4}" sibTransId="{F83CA33C-A006-45CC-B0A4-221ED0C9CB7A}"/>
    <dgm:cxn modelId="{DC6DF789-53BB-484C-A0B3-BA7A97B51A80}" type="presOf" srcId="{B06BA788-0EAA-49CB-A5C8-5E3C63F1953F}" destId="{45FC1AB2-408B-481D-99C4-F3B8EFDF6959}" srcOrd="0" destOrd="0" presId="urn:microsoft.com/office/officeart/2005/8/layout/list1"/>
    <dgm:cxn modelId="{EF1A789F-BBE0-4575-A385-55D5E09E6A10}" type="presOf" srcId="{5C89FF08-5BA7-4EC9-91AA-E30FBDBA37D3}" destId="{87477464-D259-4FB9-B5FB-BA189296021D}" srcOrd="0" destOrd="0" presId="urn:microsoft.com/office/officeart/2005/8/layout/list1"/>
    <dgm:cxn modelId="{D3F350FD-3E3C-482E-94BD-8DCDA9B672CB}" type="presOf" srcId="{9006D2DF-9F0D-4953-ABCF-DA8406E5B178}" destId="{14021755-9D2D-44BF-A566-6EFDDE104E51}" srcOrd="0" destOrd="0" presId="urn:microsoft.com/office/officeart/2005/8/layout/list1"/>
    <dgm:cxn modelId="{3F225914-6291-42F4-83EE-BE432FDB3825}" type="presParOf" srcId="{87477464-D259-4FB9-B5FB-BA189296021D}" destId="{33E5451D-1EB5-4634-BA52-6553A9694DC4}" srcOrd="0" destOrd="0" presId="urn:microsoft.com/office/officeart/2005/8/layout/list1"/>
    <dgm:cxn modelId="{85F4F8DA-096D-4A31-A072-1805DF7B808F}" type="presParOf" srcId="{33E5451D-1EB5-4634-BA52-6553A9694DC4}" destId="{45FC1AB2-408B-481D-99C4-F3B8EFDF6959}" srcOrd="0" destOrd="0" presId="urn:microsoft.com/office/officeart/2005/8/layout/list1"/>
    <dgm:cxn modelId="{06EB0FDE-3DF1-4145-9451-ECD166BF344E}" type="presParOf" srcId="{33E5451D-1EB5-4634-BA52-6553A9694DC4}" destId="{D234D44F-A596-48C1-AF76-5DBB6B1D9BD5}" srcOrd="1" destOrd="0" presId="urn:microsoft.com/office/officeart/2005/8/layout/list1"/>
    <dgm:cxn modelId="{17C3D701-04F3-4952-97C0-23609CDB5E44}" type="presParOf" srcId="{87477464-D259-4FB9-B5FB-BA189296021D}" destId="{9E0D8381-7978-4F0E-A2E7-F50DD7D5B80B}" srcOrd="1" destOrd="0" presId="urn:microsoft.com/office/officeart/2005/8/layout/list1"/>
    <dgm:cxn modelId="{342A6602-FAAD-4908-B8BA-353C513C7CBC}" type="presParOf" srcId="{87477464-D259-4FB9-B5FB-BA189296021D}" destId="{C96A11F2-69FA-4673-A63D-117D4BE20568}" srcOrd="2" destOrd="0" presId="urn:microsoft.com/office/officeart/2005/8/layout/list1"/>
    <dgm:cxn modelId="{BE1C4F76-B0B1-43B6-A153-7A5E29F570BE}" type="presParOf" srcId="{87477464-D259-4FB9-B5FB-BA189296021D}" destId="{750F41DE-0944-4A0F-BE89-01345CC3890F}" srcOrd="3" destOrd="0" presId="urn:microsoft.com/office/officeart/2005/8/layout/list1"/>
    <dgm:cxn modelId="{18B01098-CAC5-4160-9F0C-DF5719FF828C}" type="presParOf" srcId="{87477464-D259-4FB9-B5FB-BA189296021D}" destId="{65381511-0F4B-47FD-8895-902515A54494}" srcOrd="4" destOrd="0" presId="urn:microsoft.com/office/officeart/2005/8/layout/list1"/>
    <dgm:cxn modelId="{B9E73ED7-773A-489D-AEFD-14DC33672FFE}" type="presParOf" srcId="{65381511-0F4B-47FD-8895-902515A54494}" destId="{6B18F64C-3408-4CDB-A07A-37951A60A5BD}" srcOrd="0" destOrd="0" presId="urn:microsoft.com/office/officeart/2005/8/layout/list1"/>
    <dgm:cxn modelId="{6A951C64-CA9C-4298-80EF-0D3E956F5AD0}" type="presParOf" srcId="{65381511-0F4B-47FD-8895-902515A54494}" destId="{C525B732-A473-40DF-A7BE-40F6C13FD984}" srcOrd="1" destOrd="0" presId="urn:microsoft.com/office/officeart/2005/8/layout/list1"/>
    <dgm:cxn modelId="{CDED6891-9C6E-4B79-A700-F4F2646B2786}" type="presParOf" srcId="{87477464-D259-4FB9-B5FB-BA189296021D}" destId="{EE8B46DB-301D-489F-89F7-31C0D06AB877}" srcOrd="5" destOrd="0" presId="urn:microsoft.com/office/officeart/2005/8/layout/list1"/>
    <dgm:cxn modelId="{FEC07FF4-46D2-485C-9ECA-1CF8EC24DD46}" type="presParOf" srcId="{87477464-D259-4FB9-B5FB-BA189296021D}" destId="{2BD539B7-F3A6-4275-84E8-37BDCAC29BA2}" srcOrd="6" destOrd="0" presId="urn:microsoft.com/office/officeart/2005/8/layout/list1"/>
    <dgm:cxn modelId="{6ECF5735-783C-4308-B23C-C5EF13C26E4E}" type="presParOf" srcId="{87477464-D259-4FB9-B5FB-BA189296021D}" destId="{87ED5A01-FDF2-4DA8-9BEE-92F3E8143756}" srcOrd="7" destOrd="0" presId="urn:microsoft.com/office/officeart/2005/8/layout/list1"/>
    <dgm:cxn modelId="{7864A10A-A160-4FEB-8F57-C90CEB3100EE}" type="presParOf" srcId="{87477464-D259-4FB9-B5FB-BA189296021D}" destId="{9FB475D5-2B01-40F7-A838-632034830749}" srcOrd="8" destOrd="0" presId="urn:microsoft.com/office/officeart/2005/8/layout/list1"/>
    <dgm:cxn modelId="{14DF77C3-46A7-417E-AE66-AEDA910CB302}" type="presParOf" srcId="{9FB475D5-2B01-40F7-A838-632034830749}" destId="{14021755-9D2D-44BF-A566-6EFDDE104E51}" srcOrd="0" destOrd="0" presId="urn:microsoft.com/office/officeart/2005/8/layout/list1"/>
    <dgm:cxn modelId="{55695D69-9A14-4C5A-B73F-06D8011AEE7E}" type="presParOf" srcId="{9FB475D5-2B01-40F7-A838-632034830749}" destId="{4BA47CA9-73C1-40DF-B245-416B00B65C08}" srcOrd="1" destOrd="0" presId="urn:microsoft.com/office/officeart/2005/8/layout/list1"/>
    <dgm:cxn modelId="{CD875EF0-1E8B-418B-B753-20534C4F02A6}" type="presParOf" srcId="{87477464-D259-4FB9-B5FB-BA189296021D}" destId="{5CCAFE72-24FB-4618-958A-81BD38998096}" srcOrd="9" destOrd="0" presId="urn:microsoft.com/office/officeart/2005/8/layout/list1"/>
    <dgm:cxn modelId="{ADA2BE28-D127-4418-822F-AEF372C51624}" type="presParOf" srcId="{87477464-D259-4FB9-B5FB-BA189296021D}" destId="{F295D415-5200-49D0-BAD7-6D3844D1BD9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CF2532-C596-4F97-A17D-E5655DC93110}">
      <dsp:nvSpPr>
        <dsp:cNvPr id="0" name=""/>
        <dsp:cNvSpPr/>
      </dsp:nvSpPr>
      <dsp:spPr>
        <a:xfrm>
          <a:off x="0" y="0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724A9D-5106-434B-B294-24B28D9310B0}">
      <dsp:nvSpPr>
        <dsp:cNvPr id="0" name=""/>
        <dsp:cNvSpPr/>
      </dsp:nvSpPr>
      <dsp:spPr>
        <a:xfrm>
          <a:off x="0" y="0"/>
          <a:ext cx="6692748" cy="1063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 err="1"/>
            <a:t>Defini</a:t>
          </a:r>
          <a:r>
            <a:rPr lang="ro-RO" sz="3200" kern="1200" dirty="0"/>
            <a:t>ție standardizata a API-ului</a:t>
          </a:r>
          <a:endParaRPr lang="en-US" sz="3200" kern="1200" dirty="0"/>
        </a:p>
      </dsp:txBody>
      <dsp:txXfrm>
        <a:off x="0" y="0"/>
        <a:ext cx="6692748" cy="1063755"/>
      </dsp:txXfrm>
    </dsp:sp>
    <dsp:sp modelId="{42C9BA28-B9B2-4C7E-8B0C-07DEF46D0AFF}">
      <dsp:nvSpPr>
        <dsp:cNvPr id="0" name=""/>
        <dsp:cNvSpPr/>
      </dsp:nvSpPr>
      <dsp:spPr>
        <a:xfrm>
          <a:off x="0" y="1063755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3003C3-40EB-48AF-B566-72044B1802F4}">
      <dsp:nvSpPr>
        <dsp:cNvPr id="0" name=""/>
        <dsp:cNvSpPr/>
      </dsp:nvSpPr>
      <dsp:spPr>
        <a:xfrm>
          <a:off x="0" y="1063755"/>
          <a:ext cx="6692748" cy="1063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200" kern="1200" dirty="0" err="1"/>
            <a:t>Idependent</a:t>
          </a:r>
          <a:r>
            <a:rPr lang="ro-RO" sz="3200" kern="1200" baseline="0" dirty="0"/>
            <a:t> de limbajul de programare</a:t>
          </a:r>
          <a:endParaRPr lang="en-US" sz="3200" kern="1200" dirty="0"/>
        </a:p>
      </dsp:txBody>
      <dsp:txXfrm>
        <a:off x="0" y="1063755"/>
        <a:ext cx="6692748" cy="1063755"/>
      </dsp:txXfrm>
    </dsp:sp>
    <dsp:sp modelId="{143582AC-D04E-4054-8504-3C89978F84C9}">
      <dsp:nvSpPr>
        <dsp:cNvPr id="0" name=""/>
        <dsp:cNvSpPr/>
      </dsp:nvSpPr>
      <dsp:spPr>
        <a:xfrm>
          <a:off x="0" y="2127511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FCB582-4963-4586-92B3-9D5E1CB7164E}">
      <dsp:nvSpPr>
        <dsp:cNvPr id="0" name=""/>
        <dsp:cNvSpPr/>
      </dsp:nvSpPr>
      <dsp:spPr>
        <a:xfrm>
          <a:off x="0" y="2127511"/>
          <a:ext cx="6692748" cy="1063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200" kern="1200" dirty="0"/>
            <a:t>Simplifică utilizarea</a:t>
          </a:r>
          <a:endParaRPr lang="en-US" sz="3200" kern="1200" dirty="0"/>
        </a:p>
      </dsp:txBody>
      <dsp:txXfrm>
        <a:off x="0" y="2127511"/>
        <a:ext cx="6692748" cy="1063755"/>
      </dsp:txXfrm>
    </dsp:sp>
    <dsp:sp modelId="{A12D0592-F13D-4B5B-92BC-5CAAF2B095B3}">
      <dsp:nvSpPr>
        <dsp:cNvPr id="0" name=""/>
        <dsp:cNvSpPr/>
      </dsp:nvSpPr>
      <dsp:spPr>
        <a:xfrm>
          <a:off x="0" y="3191267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870FB7-C116-4F76-A675-DE9D960AF233}">
      <dsp:nvSpPr>
        <dsp:cNvPr id="0" name=""/>
        <dsp:cNvSpPr/>
      </dsp:nvSpPr>
      <dsp:spPr>
        <a:xfrm>
          <a:off x="0" y="3191267"/>
          <a:ext cx="6692748" cy="10637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200" kern="1200" dirty="0"/>
            <a:t>Facilitează documentarea și utilizarea</a:t>
          </a:r>
          <a:endParaRPr lang="en-US" sz="3200" kern="1200" dirty="0"/>
        </a:p>
      </dsp:txBody>
      <dsp:txXfrm>
        <a:off x="0" y="3191267"/>
        <a:ext cx="6692748" cy="10637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92A9AD-CE9D-4BDC-9972-B560BF3C2A88}">
      <dsp:nvSpPr>
        <dsp:cNvPr id="0" name=""/>
        <dsp:cNvSpPr/>
      </dsp:nvSpPr>
      <dsp:spPr>
        <a:xfrm>
          <a:off x="541734" y="348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Interogarea senzorilor pentru informații pe perioade diverse de timp</a:t>
          </a:r>
          <a:endParaRPr lang="en-US" sz="2300" kern="1200"/>
        </a:p>
      </dsp:txBody>
      <dsp:txXfrm>
        <a:off x="541734" y="348"/>
        <a:ext cx="2757040" cy="1654224"/>
      </dsp:txXfrm>
    </dsp:sp>
    <dsp:sp modelId="{C036CFAE-318F-43CC-935D-B79F50491B3F}">
      <dsp:nvSpPr>
        <dsp:cNvPr id="0" name=""/>
        <dsp:cNvSpPr/>
      </dsp:nvSpPr>
      <dsp:spPr>
        <a:xfrm>
          <a:off x="3574479" y="348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661711"/>
                <a:satOff val="-3554"/>
                <a:lumOff val="121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661711"/>
                <a:satOff val="-3554"/>
                <a:lumOff val="121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Paginarea datelor oferite</a:t>
          </a:r>
          <a:endParaRPr lang="en-US" sz="2300" kern="1200"/>
        </a:p>
      </dsp:txBody>
      <dsp:txXfrm>
        <a:off x="3574479" y="348"/>
        <a:ext cx="2757040" cy="1654224"/>
      </dsp:txXfrm>
    </dsp:sp>
    <dsp:sp modelId="{06B64620-F0D9-4F72-AB7C-FC0E231567A4}">
      <dsp:nvSpPr>
        <dsp:cNvPr id="0" name=""/>
        <dsp:cNvSpPr/>
      </dsp:nvSpPr>
      <dsp:spPr>
        <a:xfrm>
          <a:off x="6607223" y="348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1323423"/>
                <a:satOff val="-7108"/>
                <a:lumOff val="243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323423"/>
                <a:satOff val="-7108"/>
                <a:lumOff val="243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interogări pe perioade mari de timp cu diferite granularități</a:t>
          </a:r>
          <a:endParaRPr lang="en-US" sz="2300" kern="1200"/>
        </a:p>
      </dsp:txBody>
      <dsp:txXfrm>
        <a:off x="6607223" y="348"/>
        <a:ext cx="2757040" cy="1654224"/>
      </dsp:txXfrm>
    </dsp:sp>
    <dsp:sp modelId="{2D3EF4E3-B279-4257-A629-2FEE747CCCD8}">
      <dsp:nvSpPr>
        <dsp:cNvPr id="0" name=""/>
        <dsp:cNvSpPr/>
      </dsp:nvSpPr>
      <dsp:spPr>
        <a:xfrm>
          <a:off x="541734" y="1930277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1985134"/>
                <a:satOff val="-10662"/>
                <a:lumOff val="364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985134"/>
                <a:satOff val="-10662"/>
                <a:lumOff val="364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Diferite opțiuni de filtrare</a:t>
          </a:r>
          <a:endParaRPr lang="en-US" sz="2300" kern="1200"/>
        </a:p>
      </dsp:txBody>
      <dsp:txXfrm>
        <a:off x="541734" y="1930277"/>
        <a:ext cx="2757040" cy="1654224"/>
      </dsp:txXfrm>
    </dsp:sp>
    <dsp:sp modelId="{826E5681-5B27-4D55-A64D-58ED14927BAF}">
      <dsp:nvSpPr>
        <dsp:cNvPr id="0" name=""/>
        <dsp:cNvSpPr/>
      </dsp:nvSpPr>
      <dsp:spPr>
        <a:xfrm>
          <a:off x="3574479" y="1930277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2646845"/>
                <a:satOff val="-14216"/>
                <a:lumOff val="486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646845"/>
                <a:satOff val="-14216"/>
                <a:lumOff val="486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Acces pe baza de credențiale UPB</a:t>
          </a:r>
          <a:endParaRPr lang="en-US" sz="2300" kern="1200"/>
        </a:p>
      </dsp:txBody>
      <dsp:txXfrm>
        <a:off x="3574479" y="1930277"/>
        <a:ext cx="2757040" cy="1654224"/>
      </dsp:txXfrm>
    </dsp:sp>
    <dsp:sp modelId="{0B1EE81E-11BE-4ABA-990A-252772C18534}">
      <dsp:nvSpPr>
        <dsp:cNvPr id="0" name=""/>
        <dsp:cNvSpPr/>
      </dsp:nvSpPr>
      <dsp:spPr>
        <a:xfrm>
          <a:off x="6607223" y="1930277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300" kern="1200"/>
            <a:t>Mecanisme de siguranță pentru limitarea accesului la date</a:t>
          </a:r>
          <a:endParaRPr lang="en-US" sz="2300" kern="1200"/>
        </a:p>
      </dsp:txBody>
      <dsp:txXfrm>
        <a:off x="6607223" y="1930277"/>
        <a:ext cx="2757040" cy="16542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7786A1-75DC-4723-A59E-14DA10777D22}">
      <dsp:nvSpPr>
        <dsp:cNvPr id="0" name=""/>
        <dsp:cNvSpPr/>
      </dsp:nvSpPr>
      <dsp:spPr>
        <a:xfrm>
          <a:off x="0" y="432"/>
          <a:ext cx="601283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2EB13D-C24B-4741-8F43-D07A126CB2BB}">
      <dsp:nvSpPr>
        <dsp:cNvPr id="0" name=""/>
        <dsp:cNvSpPr/>
      </dsp:nvSpPr>
      <dsp:spPr>
        <a:xfrm>
          <a:off x="0" y="432"/>
          <a:ext cx="6012832" cy="708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500" kern="1200"/>
            <a:t>InfluxDB</a:t>
          </a:r>
          <a:endParaRPr lang="en-US" sz="3500" kern="1200"/>
        </a:p>
      </dsp:txBody>
      <dsp:txXfrm>
        <a:off x="0" y="432"/>
        <a:ext cx="6012832" cy="708169"/>
      </dsp:txXfrm>
    </dsp:sp>
    <dsp:sp modelId="{2D2C498B-7EBF-4872-82C0-B71DC81BE0C9}">
      <dsp:nvSpPr>
        <dsp:cNvPr id="0" name=""/>
        <dsp:cNvSpPr/>
      </dsp:nvSpPr>
      <dsp:spPr>
        <a:xfrm>
          <a:off x="0" y="708602"/>
          <a:ext cx="601283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DDA6F5-509C-4B18-B05B-40E2D8901645}">
      <dsp:nvSpPr>
        <dsp:cNvPr id="0" name=""/>
        <dsp:cNvSpPr/>
      </dsp:nvSpPr>
      <dsp:spPr>
        <a:xfrm>
          <a:off x="0" y="708602"/>
          <a:ext cx="6012832" cy="708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500" kern="1200"/>
            <a:t>Spirng Boot</a:t>
          </a:r>
          <a:endParaRPr lang="en-US" sz="3500" kern="1200"/>
        </a:p>
      </dsp:txBody>
      <dsp:txXfrm>
        <a:off x="0" y="708602"/>
        <a:ext cx="6012832" cy="708169"/>
      </dsp:txXfrm>
    </dsp:sp>
    <dsp:sp modelId="{BDA6B20B-F980-4BA8-9422-2C01D73E9551}">
      <dsp:nvSpPr>
        <dsp:cNvPr id="0" name=""/>
        <dsp:cNvSpPr/>
      </dsp:nvSpPr>
      <dsp:spPr>
        <a:xfrm>
          <a:off x="0" y="1416772"/>
          <a:ext cx="601283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D04DC-C40A-48FD-8615-18E9005AF3BD}">
      <dsp:nvSpPr>
        <dsp:cNvPr id="0" name=""/>
        <dsp:cNvSpPr/>
      </dsp:nvSpPr>
      <dsp:spPr>
        <a:xfrm>
          <a:off x="0" y="1416772"/>
          <a:ext cx="6012832" cy="708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Kubernetes</a:t>
          </a:r>
        </a:p>
      </dsp:txBody>
      <dsp:txXfrm>
        <a:off x="0" y="1416772"/>
        <a:ext cx="6012832" cy="708169"/>
      </dsp:txXfrm>
    </dsp:sp>
    <dsp:sp modelId="{69BBDB9B-E0EF-4783-8B47-A004A4F32A07}">
      <dsp:nvSpPr>
        <dsp:cNvPr id="0" name=""/>
        <dsp:cNvSpPr/>
      </dsp:nvSpPr>
      <dsp:spPr>
        <a:xfrm>
          <a:off x="0" y="2124941"/>
          <a:ext cx="601283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BAF4F0-4224-4A66-A52A-EB69E72B8CC7}">
      <dsp:nvSpPr>
        <dsp:cNvPr id="0" name=""/>
        <dsp:cNvSpPr/>
      </dsp:nvSpPr>
      <dsp:spPr>
        <a:xfrm>
          <a:off x="0" y="2124941"/>
          <a:ext cx="6012832" cy="708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Prometheus, Grafana</a:t>
          </a:r>
        </a:p>
      </dsp:txBody>
      <dsp:txXfrm>
        <a:off x="0" y="2124941"/>
        <a:ext cx="6012832" cy="708169"/>
      </dsp:txXfrm>
    </dsp:sp>
    <dsp:sp modelId="{121D2BFD-95D6-4C72-A32A-FB9CDBD626BB}">
      <dsp:nvSpPr>
        <dsp:cNvPr id="0" name=""/>
        <dsp:cNvSpPr/>
      </dsp:nvSpPr>
      <dsp:spPr>
        <a:xfrm>
          <a:off x="0" y="2833111"/>
          <a:ext cx="601283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42F1F-3F34-46DB-B9A2-2D47F4FE39FD}">
      <dsp:nvSpPr>
        <dsp:cNvPr id="0" name=""/>
        <dsp:cNvSpPr/>
      </dsp:nvSpPr>
      <dsp:spPr>
        <a:xfrm>
          <a:off x="0" y="2833111"/>
          <a:ext cx="6012832" cy="708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Toxiproxy, Gatling</a:t>
          </a:r>
        </a:p>
      </dsp:txBody>
      <dsp:txXfrm>
        <a:off x="0" y="2833111"/>
        <a:ext cx="6012832" cy="7081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A11F2-69FA-4673-A63D-117D4BE20568}">
      <dsp:nvSpPr>
        <dsp:cNvPr id="0" name=""/>
        <dsp:cNvSpPr/>
      </dsp:nvSpPr>
      <dsp:spPr>
        <a:xfrm>
          <a:off x="0" y="405195"/>
          <a:ext cx="990600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34D44F-A596-48C1-AF76-5DBB6B1D9BD5}">
      <dsp:nvSpPr>
        <dsp:cNvPr id="0" name=""/>
        <dsp:cNvSpPr/>
      </dsp:nvSpPr>
      <dsp:spPr>
        <a:xfrm>
          <a:off x="495300" y="6675"/>
          <a:ext cx="6934200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b="1" kern="1200"/>
            <a:t>OpenAPI</a:t>
          </a:r>
          <a:r>
            <a:rPr lang="ro-RO" sz="2700" kern="1200"/>
            <a:t> </a:t>
          </a:r>
          <a:endParaRPr lang="en-US" sz="2700" kern="1200"/>
        </a:p>
      </dsp:txBody>
      <dsp:txXfrm>
        <a:off x="534208" y="45583"/>
        <a:ext cx="6856384" cy="719224"/>
      </dsp:txXfrm>
    </dsp:sp>
    <dsp:sp modelId="{2BD539B7-F3A6-4275-84E8-37BDCAC29BA2}">
      <dsp:nvSpPr>
        <dsp:cNvPr id="0" name=""/>
        <dsp:cNvSpPr/>
      </dsp:nvSpPr>
      <dsp:spPr>
        <a:xfrm>
          <a:off x="0" y="1629915"/>
          <a:ext cx="990600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25B732-A473-40DF-A7BE-40F6C13FD984}">
      <dsp:nvSpPr>
        <dsp:cNvPr id="0" name=""/>
        <dsp:cNvSpPr/>
      </dsp:nvSpPr>
      <dsp:spPr>
        <a:xfrm>
          <a:off x="495300" y="1231395"/>
          <a:ext cx="6934200" cy="7970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/>
            <a:t>Respector, Prophet, AutoOAS, springdoc-openapi</a:t>
          </a:r>
          <a:endParaRPr lang="en-US" sz="2700" kern="1200"/>
        </a:p>
      </dsp:txBody>
      <dsp:txXfrm>
        <a:off x="534208" y="1270303"/>
        <a:ext cx="6856384" cy="719224"/>
      </dsp:txXfrm>
    </dsp:sp>
    <dsp:sp modelId="{F295D415-5200-49D0-BAD7-6D3844D1BD93}">
      <dsp:nvSpPr>
        <dsp:cNvPr id="0" name=""/>
        <dsp:cNvSpPr/>
      </dsp:nvSpPr>
      <dsp:spPr>
        <a:xfrm>
          <a:off x="0" y="2854636"/>
          <a:ext cx="990600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47CA9-73C1-40DF-B245-416B00B65C08}">
      <dsp:nvSpPr>
        <dsp:cNvPr id="0" name=""/>
        <dsp:cNvSpPr/>
      </dsp:nvSpPr>
      <dsp:spPr>
        <a:xfrm>
          <a:off x="495300" y="2456115"/>
          <a:ext cx="6934200" cy="7970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/>
            <a:t>Evaluarea clarității documentației</a:t>
          </a:r>
          <a:endParaRPr lang="en-US" sz="2700" kern="1200"/>
        </a:p>
      </dsp:txBody>
      <dsp:txXfrm>
        <a:off x="534208" y="2495023"/>
        <a:ext cx="6856384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02522B-0B1C-437F-B51B-508E372F6699}" type="datetimeFigureOut">
              <a:rPr lang="ro-RO" smtClean="0"/>
              <a:t>09.02.2025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44AF1-6BE2-408E-AD16-50FE7A8708D3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61200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44AF1-6BE2-408E-AD16-50FE7A8708D3}" type="slidenum">
              <a:rPr lang="ro-RO" smtClean="0"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3096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ine panoramică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u și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vizit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oană cu trei i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o-RO"/>
              <a:t>Faceți clic pe pictogramă pentru a adăuga o imagine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09-Feb-25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09-Feb-25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34A1F22-2DCD-A635-F2A3-06D1771D18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Optimizarea</a:t>
            </a:r>
            <a:r>
              <a:rPr lang="en-US" dirty="0"/>
              <a:t> Api-</a:t>
            </a:r>
            <a:r>
              <a:rPr lang="en-US" dirty="0" err="1"/>
              <a:t>urilor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date IoT </a:t>
            </a:r>
            <a:r>
              <a:rPr lang="en-US" dirty="0" err="1"/>
              <a:t>folosind</a:t>
            </a:r>
            <a:r>
              <a:rPr lang="en-US" dirty="0"/>
              <a:t> Spring Boot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InfluxDB</a:t>
            </a:r>
            <a:endParaRPr lang="ro-RO" dirty="0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A357015C-D1B4-8C23-E727-25139E3EE6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Autor: Sofia Dragos</a:t>
            </a:r>
          </a:p>
          <a:p>
            <a:r>
              <a:rPr lang="en-US" dirty="0" err="1"/>
              <a:t>Profesor</a:t>
            </a:r>
            <a:r>
              <a:rPr lang="en-US" dirty="0"/>
              <a:t> </a:t>
            </a:r>
            <a:r>
              <a:rPr lang="en-US" dirty="0" err="1"/>
              <a:t>coordonator</a:t>
            </a:r>
            <a:r>
              <a:rPr lang="en-US" dirty="0"/>
              <a:t>: Conf. dr. </a:t>
            </a:r>
            <a:r>
              <a:rPr lang="en-US" dirty="0" err="1"/>
              <a:t>ing</a:t>
            </a:r>
            <a:r>
              <a:rPr lang="en-US" dirty="0"/>
              <a:t>. Ciprian Mihai Dobre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80617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dgm="http://schemas.openxmlformats.org/drawingml/2006/diagram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dgm="http://schemas.openxmlformats.org/drawingml/2006/diagram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C30262D4-D152-89BB-3A90-CF68974E8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330" y="1134681"/>
            <a:ext cx="2743310" cy="425502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OpenApi</a:t>
            </a:r>
            <a:r>
              <a:rPr lang="en-US" dirty="0">
                <a:solidFill>
                  <a:srgbClr val="FFFFFF"/>
                </a:solidFill>
              </a:rPr>
              <a:t> </a:t>
            </a:r>
            <a:endParaRPr lang="ro-RO" dirty="0">
              <a:solidFill>
                <a:srgbClr val="FFFFFF"/>
              </a:solidFill>
            </a:endParaRPr>
          </a:p>
        </p:txBody>
      </p:sp>
      <p:graphicFrame>
        <p:nvGraphicFramePr>
          <p:cNvPr id="6" name="Substituent conținut 2">
            <a:extLst>
              <a:ext uri="{FF2B5EF4-FFF2-40B4-BE49-F238E27FC236}">
                <a16:creationId xmlns:a16="http://schemas.microsoft.com/office/drawing/2014/main" id="{984D19E4-7404-7110-1D2F-C1EB03EA3A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5757807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00893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C1F2370F-AB66-8CC6-2344-A834122D7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US" dirty="0" err="1"/>
              <a:t>Func</a:t>
            </a:r>
            <a:r>
              <a:rPr lang="ro-RO" dirty="0" err="1"/>
              <a:t>ționalități</a:t>
            </a:r>
            <a:r>
              <a:rPr lang="ro-RO" dirty="0"/>
              <a:t> propuse</a:t>
            </a:r>
          </a:p>
        </p:txBody>
      </p:sp>
      <p:graphicFrame>
        <p:nvGraphicFramePr>
          <p:cNvPr id="12" name="Substituent conținut 2">
            <a:extLst>
              <a:ext uri="{FF2B5EF4-FFF2-40B4-BE49-F238E27FC236}">
                <a16:creationId xmlns:a16="http://schemas.microsoft.com/office/drawing/2014/main" id="{BAF2C156-A8BC-8DD9-6292-F84BD4AB61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3704050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9435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C618458-CC8A-B61A-355F-60607E54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ro-RO"/>
              <a:t>Infrastructură</a:t>
            </a:r>
            <a:endParaRPr lang="ro-RO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496EDB58-34AB-A01E-608F-8EDDC6269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187" y="2365328"/>
            <a:ext cx="3893168" cy="3159061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5" name="Substituent conținut 2">
            <a:extLst>
              <a:ext uri="{FF2B5EF4-FFF2-40B4-BE49-F238E27FC236}">
                <a16:creationId xmlns:a16="http://schemas.microsoft.com/office/drawing/2014/main" id="{185BB9DA-A3D4-5DB6-EC0C-0B1A25EBE2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47469"/>
              </p:ext>
            </p:extLst>
          </p:nvPr>
        </p:nvGraphicFramePr>
        <p:xfrm>
          <a:off x="5034579" y="2249487"/>
          <a:ext cx="6012832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0065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03E0E0AA-C111-9BE8-6CCC-03B9FF91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ro-RO" sz="3200"/>
              <a:t>Optimizări InfluxDB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CAA14184-6245-A137-FB32-3FD77DD5B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459287" cy="3965046"/>
          </a:xfrm>
        </p:spPr>
        <p:txBody>
          <a:bodyPr>
            <a:normAutofit/>
          </a:bodyPr>
          <a:lstStyle/>
          <a:p>
            <a:r>
              <a:rPr lang="it-IT" sz="2000"/>
              <a:t>Politici de retenție a datelor</a:t>
            </a:r>
          </a:p>
          <a:p>
            <a:r>
              <a:rPr lang="ro-RO" sz="2000"/>
              <a:t>Interogări continue</a:t>
            </a:r>
            <a:endParaRPr lang="en-US" sz="2000"/>
          </a:p>
          <a:p>
            <a:r>
              <a:rPr lang="ro-RO" sz="2000"/>
              <a:t>Optimizarea interogărilor</a:t>
            </a:r>
          </a:p>
        </p:txBody>
      </p:sp>
      <p:pic>
        <p:nvPicPr>
          <p:cNvPr id="1026" name="Picture 2" descr="InfluxDB - Wikipedia">
            <a:extLst>
              <a:ext uri="{FF2B5EF4-FFF2-40B4-BE49-F238E27FC236}">
                <a16:creationId xmlns:a16="http://schemas.microsoft.com/office/drawing/2014/main" id="{F7C13E87-8D6F-7C38-8428-E504D4C7DA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400294"/>
            <a:ext cx="5456279" cy="2032463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3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3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3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3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104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4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5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6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6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6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</p:spTree>
    <p:extLst>
      <p:ext uri="{BB962C8B-B14F-4D97-AF65-F5344CB8AC3E}">
        <p14:creationId xmlns:p14="http://schemas.microsoft.com/office/powerpoint/2010/main" val="393934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9775AF3B-5284-4B97-9BB7-55C6FB369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A0F1F7ED-DA39-478F-85DA-317DE0894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1902285" cy="6858001"/>
            <a:chOff x="0" y="0"/>
            <a:chExt cx="11902285" cy="6858001"/>
          </a:xfrm>
        </p:grpSpPr>
        <p:grpSp>
          <p:nvGrpSpPr>
            <p:cNvPr id="1034" name="Group 1033">
              <a:extLst>
                <a:ext uri="{FF2B5EF4-FFF2-40B4-BE49-F238E27FC236}">
                  <a16:creationId xmlns:a16="http://schemas.microsoft.com/office/drawing/2014/main" id="{1DAE5903-52E8-4F25-8473-93EF48377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46" name="Rectangle 5">
                <a:extLst>
                  <a:ext uri="{FF2B5EF4-FFF2-40B4-BE49-F238E27FC236}">
                    <a16:creationId xmlns:a16="http://schemas.microsoft.com/office/drawing/2014/main" id="{894835C1-32DE-4571-AD10-28D58CB8CF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7" name="Freeform 6">
                <a:extLst>
                  <a:ext uri="{FF2B5EF4-FFF2-40B4-BE49-F238E27FC236}">
                    <a16:creationId xmlns:a16="http://schemas.microsoft.com/office/drawing/2014/main" id="{097A5B92-0B48-4251-9764-D34DF8892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8" name="Freeform 7">
                <a:extLst>
                  <a:ext uri="{FF2B5EF4-FFF2-40B4-BE49-F238E27FC236}">
                    <a16:creationId xmlns:a16="http://schemas.microsoft.com/office/drawing/2014/main" id="{E222BF19-57E7-43F3-A2B9-2398BEF966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9" name="Freeform 8">
                <a:extLst>
                  <a:ext uri="{FF2B5EF4-FFF2-40B4-BE49-F238E27FC236}">
                    <a16:creationId xmlns:a16="http://schemas.microsoft.com/office/drawing/2014/main" id="{60C8836E-B7D9-48A9-8FD9-4CC52AF44D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0" name="Freeform 9">
                <a:extLst>
                  <a:ext uri="{FF2B5EF4-FFF2-40B4-BE49-F238E27FC236}">
                    <a16:creationId xmlns:a16="http://schemas.microsoft.com/office/drawing/2014/main" id="{8504740E-456D-4FB9-9520-4317CCFA71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1" name="Freeform 10">
                <a:extLst>
                  <a:ext uri="{FF2B5EF4-FFF2-40B4-BE49-F238E27FC236}">
                    <a16:creationId xmlns:a16="http://schemas.microsoft.com/office/drawing/2014/main" id="{1563A7B4-B1D5-4F93-AFF9-2EB78655FC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2" name="Freeform 11">
                <a:extLst>
                  <a:ext uri="{FF2B5EF4-FFF2-40B4-BE49-F238E27FC236}">
                    <a16:creationId xmlns:a16="http://schemas.microsoft.com/office/drawing/2014/main" id="{D139ED24-FA37-4470-8B42-D0D00EDE1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3" name="Freeform 12">
                <a:extLst>
                  <a:ext uri="{FF2B5EF4-FFF2-40B4-BE49-F238E27FC236}">
                    <a16:creationId xmlns:a16="http://schemas.microsoft.com/office/drawing/2014/main" id="{48825AA7-BB26-45C2-93A2-1AD8D9A232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4" name="Freeform 13">
                <a:extLst>
                  <a:ext uri="{FF2B5EF4-FFF2-40B4-BE49-F238E27FC236}">
                    <a16:creationId xmlns:a16="http://schemas.microsoft.com/office/drawing/2014/main" id="{A98D0B91-D4E4-402D-8234-E96987219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5" name="Freeform 14">
                <a:extLst>
                  <a:ext uri="{FF2B5EF4-FFF2-40B4-BE49-F238E27FC236}">
                    <a16:creationId xmlns:a16="http://schemas.microsoft.com/office/drawing/2014/main" id="{94F1DB97-3769-4DA5-9F45-47132C3125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6" name="Freeform 15">
                <a:extLst>
                  <a:ext uri="{FF2B5EF4-FFF2-40B4-BE49-F238E27FC236}">
                    <a16:creationId xmlns:a16="http://schemas.microsoft.com/office/drawing/2014/main" id="{A9BC86E2-B185-4D80-81B5-A8D387E67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7" name="Line 16">
                <a:extLst>
                  <a:ext uri="{FF2B5EF4-FFF2-40B4-BE49-F238E27FC236}">
                    <a16:creationId xmlns:a16="http://schemas.microsoft.com/office/drawing/2014/main" id="{FA773F49-8CD0-46DC-B986-F2DB57BD7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8" name="Freeform 17">
                <a:extLst>
                  <a:ext uri="{FF2B5EF4-FFF2-40B4-BE49-F238E27FC236}">
                    <a16:creationId xmlns:a16="http://schemas.microsoft.com/office/drawing/2014/main" id="{8C55A009-3401-4888-93C7-4ED51CBC64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59" name="Freeform 18">
                <a:extLst>
                  <a:ext uri="{FF2B5EF4-FFF2-40B4-BE49-F238E27FC236}">
                    <a16:creationId xmlns:a16="http://schemas.microsoft.com/office/drawing/2014/main" id="{10B44829-5BB5-48C5-8492-699971FE7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0" name="Freeform 19">
                <a:extLst>
                  <a:ext uri="{FF2B5EF4-FFF2-40B4-BE49-F238E27FC236}">
                    <a16:creationId xmlns:a16="http://schemas.microsoft.com/office/drawing/2014/main" id="{30C1F9A0-4FA6-4F6F-B2D0-A1BBA41DF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1" name="Freeform 20">
                <a:extLst>
                  <a:ext uri="{FF2B5EF4-FFF2-40B4-BE49-F238E27FC236}">
                    <a16:creationId xmlns:a16="http://schemas.microsoft.com/office/drawing/2014/main" id="{01BF274F-C7B8-44B4-A183-307D8619D2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2" name="Rectangle 21">
                <a:extLst>
                  <a:ext uri="{FF2B5EF4-FFF2-40B4-BE49-F238E27FC236}">
                    <a16:creationId xmlns:a16="http://schemas.microsoft.com/office/drawing/2014/main" id="{037E8930-0F22-4558-9432-F18953E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3" name="Freeform 22">
                <a:extLst>
                  <a:ext uri="{FF2B5EF4-FFF2-40B4-BE49-F238E27FC236}">
                    <a16:creationId xmlns:a16="http://schemas.microsoft.com/office/drawing/2014/main" id="{9AFC3429-FF29-47FF-A4A8-317A979DB9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4" name="Freeform 23">
                <a:extLst>
                  <a:ext uri="{FF2B5EF4-FFF2-40B4-BE49-F238E27FC236}">
                    <a16:creationId xmlns:a16="http://schemas.microsoft.com/office/drawing/2014/main" id="{91D48543-2C05-4768-80B1-ECA6F88508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5" name="Freeform 24">
                <a:extLst>
                  <a:ext uri="{FF2B5EF4-FFF2-40B4-BE49-F238E27FC236}">
                    <a16:creationId xmlns:a16="http://schemas.microsoft.com/office/drawing/2014/main" id="{3AC527CC-154C-4370-A25B-74AC5B4A6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6" name="Freeform 25">
                <a:extLst>
                  <a:ext uri="{FF2B5EF4-FFF2-40B4-BE49-F238E27FC236}">
                    <a16:creationId xmlns:a16="http://schemas.microsoft.com/office/drawing/2014/main" id="{798B18F5-51C9-4E50-95C5-A850EF5398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7" name="Freeform 26">
                <a:extLst>
                  <a:ext uri="{FF2B5EF4-FFF2-40B4-BE49-F238E27FC236}">
                    <a16:creationId xmlns:a16="http://schemas.microsoft.com/office/drawing/2014/main" id="{15B4CF27-638C-4979-B0FD-6263E1307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8" name="Freeform 27">
                <a:extLst>
                  <a:ext uri="{FF2B5EF4-FFF2-40B4-BE49-F238E27FC236}">
                    <a16:creationId xmlns:a16="http://schemas.microsoft.com/office/drawing/2014/main" id="{236C6A22-48A2-4442-B82D-30DB498272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69" name="Freeform 28">
                <a:extLst>
                  <a:ext uri="{FF2B5EF4-FFF2-40B4-BE49-F238E27FC236}">
                    <a16:creationId xmlns:a16="http://schemas.microsoft.com/office/drawing/2014/main" id="{1BB7BCE1-0D99-412E-ABA6-81412638E9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70" name="Freeform 29">
                <a:extLst>
                  <a:ext uri="{FF2B5EF4-FFF2-40B4-BE49-F238E27FC236}">
                    <a16:creationId xmlns:a16="http://schemas.microsoft.com/office/drawing/2014/main" id="{C20E57E0-0912-44F2-93DA-75E4D13F3B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71" name="Freeform 30">
                <a:extLst>
                  <a:ext uri="{FF2B5EF4-FFF2-40B4-BE49-F238E27FC236}">
                    <a16:creationId xmlns:a16="http://schemas.microsoft.com/office/drawing/2014/main" id="{DF059390-54ED-44F4-983F-92FF36AD9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72" name="Freeform 31">
                <a:extLst>
                  <a:ext uri="{FF2B5EF4-FFF2-40B4-BE49-F238E27FC236}">
                    <a16:creationId xmlns:a16="http://schemas.microsoft.com/office/drawing/2014/main" id="{42D5E9ED-595D-443D-8CDC-D8FCD4021D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  <p:grpSp>
          <p:nvGrpSpPr>
            <p:cNvPr id="1035" name="Group 1034">
              <a:extLst>
                <a:ext uri="{FF2B5EF4-FFF2-40B4-BE49-F238E27FC236}">
                  <a16:creationId xmlns:a16="http://schemas.microsoft.com/office/drawing/2014/main" id="{DB14A457-C54A-4F1E-91FB-0FEE49877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227597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bg2"/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036" name="Freeform 32">
                <a:extLst>
                  <a:ext uri="{FF2B5EF4-FFF2-40B4-BE49-F238E27FC236}">
                    <a16:creationId xmlns:a16="http://schemas.microsoft.com/office/drawing/2014/main" id="{791F3E2E-D393-464E-84B4-9B30D071AD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37" name="Freeform 33">
                <a:extLst>
                  <a:ext uri="{FF2B5EF4-FFF2-40B4-BE49-F238E27FC236}">
                    <a16:creationId xmlns:a16="http://schemas.microsoft.com/office/drawing/2014/main" id="{EBEEAD6F-6425-4F85-A8A8-4FF19A909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38" name="Freeform 34">
                <a:extLst>
                  <a:ext uri="{FF2B5EF4-FFF2-40B4-BE49-F238E27FC236}">
                    <a16:creationId xmlns:a16="http://schemas.microsoft.com/office/drawing/2014/main" id="{8AACA44E-9D6C-4708-8D61-D767B6620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39" name="Freeform 35">
                <a:extLst>
                  <a:ext uri="{FF2B5EF4-FFF2-40B4-BE49-F238E27FC236}">
                    <a16:creationId xmlns:a16="http://schemas.microsoft.com/office/drawing/2014/main" id="{B6E3525F-9937-463E-872C-8EB7C62D1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0" name="Freeform 36">
                <a:extLst>
                  <a:ext uri="{FF2B5EF4-FFF2-40B4-BE49-F238E27FC236}">
                    <a16:creationId xmlns:a16="http://schemas.microsoft.com/office/drawing/2014/main" id="{BE829B0B-C602-40F1-81D1-A55332343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1" name="Freeform 37">
                <a:extLst>
                  <a:ext uri="{FF2B5EF4-FFF2-40B4-BE49-F238E27FC236}">
                    <a16:creationId xmlns:a16="http://schemas.microsoft.com/office/drawing/2014/main" id="{92660531-24B5-4B97-A4A2-64686E235D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2" name="Freeform 38">
                <a:extLst>
                  <a:ext uri="{FF2B5EF4-FFF2-40B4-BE49-F238E27FC236}">
                    <a16:creationId xmlns:a16="http://schemas.microsoft.com/office/drawing/2014/main" id="{6242D0CE-6FFD-4D17-AC26-BD3E48119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3" name="Freeform 39">
                <a:extLst>
                  <a:ext uri="{FF2B5EF4-FFF2-40B4-BE49-F238E27FC236}">
                    <a16:creationId xmlns:a16="http://schemas.microsoft.com/office/drawing/2014/main" id="{61631F37-AF37-4DB9-8D98-A08586C766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4" name="Freeform 40">
                <a:extLst>
                  <a:ext uri="{FF2B5EF4-FFF2-40B4-BE49-F238E27FC236}">
                    <a16:creationId xmlns:a16="http://schemas.microsoft.com/office/drawing/2014/main" id="{2A2597FF-2F22-40BB-A7B3-19C4DFCFFA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  <p:sp>
            <p:nvSpPr>
              <p:cNvPr id="1045" name="Rectangle 41">
                <a:extLst>
                  <a:ext uri="{FF2B5EF4-FFF2-40B4-BE49-F238E27FC236}">
                    <a16:creationId xmlns:a16="http://schemas.microsoft.com/office/drawing/2014/main" id="{DCC8773C-0113-4046-B222-C8F4080AF3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ro-RO"/>
              </a:p>
            </p:txBody>
          </p:sp>
        </p:grpSp>
      </p:grpSp>
      <p:pic>
        <p:nvPicPr>
          <p:cNvPr id="1074" name="Picture 2">
            <a:extLst>
              <a:ext uri="{FF2B5EF4-FFF2-40B4-BE49-F238E27FC236}">
                <a16:creationId xmlns:a16="http://schemas.microsoft.com/office/drawing/2014/main" id="{1B17CCE2-CEEF-40CA-8C4D-0DC2DCA78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u 1">
            <a:extLst>
              <a:ext uri="{FF2B5EF4-FFF2-40B4-BE49-F238E27FC236}">
                <a16:creationId xmlns:a16="http://schemas.microsoft.com/office/drawing/2014/main" id="{C1E7734C-8580-34FE-9473-16F11DA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9957" y="618518"/>
            <a:ext cx="4747088" cy="1478570"/>
          </a:xfrm>
        </p:spPr>
        <p:txBody>
          <a:bodyPr>
            <a:normAutofit/>
          </a:bodyPr>
          <a:lstStyle/>
          <a:p>
            <a:r>
              <a:rPr lang="ro-RO">
                <a:solidFill>
                  <a:srgbClr val="FFFFFF"/>
                </a:solidFill>
              </a:rPr>
              <a:t>Optimizări Spring Boot</a:t>
            </a:r>
          </a:p>
        </p:txBody>
      </p:sp>
      <p:sp useBgFill="1">
        <p:nvSpPr>
          <p:cNvPr id="1076" name="Round Diagonal Corner Rectangle 9">
            <a:extLst>
              <a:ext uri="{FF2B5EF4-FFF2-40B4-BE49-F238E27FC236}">
                <a16:creationId xmlns:a16="http://schemas.microsoft.com/office/drawing/2014/main" id="{66D4F5BA-1D71-49B2-8A7F-6B4EB94D7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950" y="808057"/>
            <a:ext cx="5286376" cy="5234394"/>
          </a:xfrm>
          <a:prstGeom prst="round2DiagRect">
            <a:avLst>
              <a:gd name="adj1" fmla="val 741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ntroduction to Spring Boot: Understanding the Framework and Its  Architecture | by Riski Ilyas | Medium">
            <a:extLst>
              <a:ext uri="{FF2B5EF4-FFF2-40B4-BE49-F238E27FC236}">
                <a16:creationId xmlns:a16="http://schemas.microsoft.com/office/drawing/2014/main" id="{FE84EE0D-7AE4-3F9B-67A5-759444C84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8988" y="2214191"/>
            <a:ext cx="4635583" cy="243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52CCB351-8808-A5EC-CA95-9257A2586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9957" y="2249487"/>
            <a:ext cx="4747087" cy="3541714"/>
          </a:xfrm>
        </p:spPr>
        <p:txBody>
          <a:bodyPr>
            <a:normAutofit/>
          </a:bodyPr>
          <a:lstStyle/>
          <a:p>
            <a:r>
              <a:rPr lang="ro-RO">
                <a:solidFill>
                  <a:srgbClr val="FFFFFF"/>
                </a:solidFill>
              </a:rPr>
              <a:t>Optimizarea Java Streams</a:t>
            </a:r>
            <a:r>
              <a:rPr lang="en-US">
                <a:solidFill>
                  <a:srgbClr val="FFFFFF"/>
                </a:solidFill>
              </a:rPr>
              <a:t>: </a:t>
            </a:r>
            <a:r>
              <a:rPr lang="ro-RO">
                <a:solidFill>
                  <a:srgbClr val="FFFFFF"/>
                </a:solidFill>
              </a:rPr>
              <a:t>StreamProf</a:t>
            </a:r>
            <a:endParaRPr lang="en-US">
              <a:solidFill>
                <a:srgbClr val="FFFFFF"/>
              </a:solidFill>
            </a:endParaRPr>
          </a:p>
          <a:p>
            <a:r>
              <a:rPr lang="ro-RO">
                <a:solidFill>
                  <a:srgbClr val="FFFFFF"/>
                </a:solidFill>
              </a:rPr>
              <a:t>Procesare asincronă</a:t>
            </a:r>
            <a:endParaRPr lang="en-US">
              <a:solidFill>
                <a:srgbClr val="FFFFFF"/>
              </a:solidFill>
            </a:endParaRPr>
          </a:p>
          <a:p>
            <a:r>
              <a:rPr lang="ro-RO">
                <a:solidFill>
                  <a:srgbClr val="FFFFFF"/>
                </a:solidFill>
              </a:rPr>
              <a:t>Modalități de gestionare a thread-urilor</a:t>
            </a:r>
          </a:p>
        </p:txBody>
      </p:sp>
    </p:spTree>
    <p:extLst>
      <p:ext uri="{BB962C8B-B14F-4D97-AF65-F5344CB8AC3E}">
        <p14:creationId xmlns:p14="http://schemas.microsoft.com/office/powerpoint/2010/main" val="1491992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600474C7-F250-C61C-89A5-97C28DC5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ro-RO" dirty="0"/>
              <a:t>Optimizarea documentației automate</a:t>
            </a:r>
          </a:p>
        </p:txBody>
      </p:sp>
      <p:graphicFrame>
        <p:nvGraphicFramePr>
          <p:cNvPr id="5" name="Substituent conținut 2">
            <a:extLst>
              <a:ext uri="{FF2B5EF4-FFF2-40B4-BE49-F238E27FC236}">
                <a16:creationId xmlns:a16="http://schemas.microsoft.com/office/drawing/2014/main" id="{73AE8D13-8E91-478A-4891-85DC976E03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634174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57508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ro-RO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315E6A61-8D66-0C9B-53FC-E063F119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869416" cy="4708528"/>
          </a:xfrm>
        </p:spPr>
        <p:txBody>
          <a:bodyPr>
            <a:normAutofit/>
          </a:bodyPr>
          <a:lstStyle/>
          <a:p>
            <a:pPr algn="r"/>
            <a:r>
              <a:rPr lang="en-US" sz="4000" dirty="0" err="1"/>
              <a:t>Urmatorii</a:t>
            </a:r>
            <a:r>
              <a:rPr lang="en-US" sz="4000" dirty="0"/>
              <a:t> </a:t>
            </a:r>
            <a:r>
              <a:rPr lang="en-US" sz="4000" dirty="0" err="1"/>
              <a:t>pasi</a:t>
            </a:r>
            <a:endParaRPr lang="ro-RO" sz="4000" dirty="0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CBAEA6D-A558-01CA-A0A4-2A9B7665B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en-US" sz="1800" dirty="0" err="1"/>
              <a:t>Dezvlotarea</a:t>
            </a:r>
            <a:r>
              <a:rPr lang="en-US" sz="1800" dirty="0"/>
              <a:t> </a:t>
            </a:r>
            <a:r>
              <a:rPr lang="en-US" sz="1800" dirty="0" err="1"/>
              <a:t>api-ului</a:t>
            </a:r>
            <a:r>
              <a:rPr lang="en-US" sz="1800" dirty="0"/>
              <a:t> </a:t>
            </a:r>
          </a:p>
          <a:p>
            <a:r>
              <a:rPr lang="en-US" sz="1800" dirty="0" err="1"/>
              <a:t>Profilarea</a:t>
            </a:r>
            <a:r>
              <a:rPr lang="en-US" sz="1800" dirty="0"/>
              <a:t> </a:t>
            </a:r>
            <a:r>
              <a:rPr lang="en-US" sz="1800" dirty="0" err="1"/>
              <a:t>variantei</a:t>
            </a:r>
            <a:r>
              <a:rPr lang="en-US" sz="1800" dirty="0"/>
              <a:t> </a:t>
            </a:r>
            <a:r>
              <a:rPr lang="en-US" sz="1800" dirty="0" err="1"/>
              <a:t>initiale</a:t>
            </a:r>
            <a:endParaRPr lang="en-US" sz="1800" dirty="0"/>
          </a:p>
          <a:p>
            <a:r>
              <a:rPr lang="en-US" sz="1800" dirty="0" err="1"/>
              <a:t>Adaugarea</a:t>
            </a:r>
            <a:r>
              <a:rPr lang="en-US" sz="1800" dirty="0"/>
              <a:t> </a:t>
            </a:r>
            <a:r>
              <a:rPr lang="en-US" sz="1800" dirty="0" err="1"/>
              <a:t>optimizarilor</a:t>
            </a:r>
            <a:endParaRPr lang="en-US" sz="1800" dirty="0"/>
          </a:p>
          <a:p>
            <a:r>
              <a:rPr lang="en-US" sz="1800" dirty="0" err="1"/>
              <a:t>Observarea</a:t>
            </a:r>
            <a:r>
              <a:rPr lang="en-US" sz="1800" dirty="0"/>
              <a:t> </a:t>
            </a:r>
            <a:r>
              <a:rPr lang="en-US" sz="1800" dirty="0" err="1"/>
              <a:t>rezultatelor</a:t>
            </a:r>
            <a:endParaRPr lang="en-US" sz="1800" dirty="0"/>
          </a:p>
          <a:p>
            <a:endParaRPr lang="ro-RO" sz="18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42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3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4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5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6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7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8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49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0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51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</p:spTree>
    <p:extLst>
      <p:ext uri="{BB962C8B-B14F-4D97-AF65-F5344CB8AC3E}">
        <p14:creationId xmlns:p14="http://schemas.microsoft.com/office/powerpoint/2010/main" val="2117601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 xmlns:p14="http://schemas.microsoft.com/office/powerpoint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3" name="Group 47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5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6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7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8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9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0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1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2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3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4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5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6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7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8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89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0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1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2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3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4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5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6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7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8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99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0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1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2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3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4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5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6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7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8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09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0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1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2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3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4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5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6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7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8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19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0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1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2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3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4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5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6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27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02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grpSp>
        <p:nvGrpSpPr>
          <p:cNvPr id="228" name="Group 103">
            <a:extLst>
              <a:ext uri="{FF2B5EF4-FFF2-40B4-BE49-F238E27FC236}">
                <a16:creationId xmlns:a16="http://schemas.microsoft.com/office/drawing/2014/main" id="{6C68F39D-867D-4AFF-94C4-C3829AD5C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05" name="Rectangle 104">
              <a:extLst>
                <a:ext uri="{FF2B5EF4-FFF2-40B4-BE49-F238E27FC236}">
                  <a16:creationId xmlns:a16="http://schemas.microsoft.com/office/drawing/2014/main" id="{8EC3C6AD-76A6-4B9E-9700-E70BCEA5B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6" name="Picture 2">
              <a:extLst>
                <a:ext uri="{FF2B5EF4-FFF2-40B4-BE49-F238E27FC236}">
                  <a16:creationId xmlns:a16="http://schemas.microsoft.com/office/drawing/2014/main" id="{DC213DD1-BF02-41F7-80A7-E6A5694F5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4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a16="http://schemas.microsoft.com/office/drawing/2014/main" xmlns:a14="http://schemas.microsoft.com/office/drawing/2010/main" xmlns:p14="http://schemas.microsoft.com/office/powerpoint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u 1">
            <a:extLst>
              <a:ext uri="{FF2B5EF4-FFF2-40B4-BE49-F238E27FC236}">
                <a16:creationId xmlns:a16="http://schemas.microsoft.com/office/drawing/2014/main" id="{FB001F75-83E2-243F-CBFB-213D52D3B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0066" y="1122363"/>
            <a:ext cx="5397933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Multumesc!</a:t>
            </a:r>
          </a:p>
        </p:txBody>
      </p:sp>
      <p:pic>
        <p:nvPicPr>
          <p:cNvPr id="42" name="Picture 41" descr="Person walking up a stairs">
            <a:extLst>
              <a:ext uri="{FF2B5EF4-FFF2-40B4-BE49-F238E27FC236}">
                <a16:creationId xmlns:a16="http://schemas.microsoft.com/office/drawing/2014/main" id="{FDEE5BFA-03B0-9F1B-A40C-0C699B9794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906" r="17974" b="-1"/>
          <a:stretch/>
        </p:blipFill>
        <p:spPr>
          <a:xfrm>
            <a:off x="-5597" y="10"/>
            <a:ext cx="4635583" cy="6857990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4466CCD0-FEF9-460D-9FB6-11613A492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229" name="Rectangle 5">
              <a:extLst>
                <a:ext uri="{FF2B5EF4-FFF2-40B4-BE49-F238E27FC236}">
                  <a16:creationId xmlns:a16="http://schemas.microsoft.com/office/drawing/2014/main" id="{F642B7E9-F9AF-4BC0-B586-E7B0E8E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0" name="Freeform 6">
              <a:extLst>
                <a:ext uri="{FF2B5EF4-FFF2-40B4-BE49-F238E27FC236}">
                  <a16:creationId xmlns:a16="http://schemas.microsoft.com/office/drawing/2014/main" id="{16CE5EA6-3C76-4E5C-9257-D6A61A31C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1" name="Freeform 7">
              <a:extLst>
                <a:ext uri="{FF2B5EF4-FFF2-40B4-BE49-F238E27FC236}">
                  <a16:creationId xmlns:a16="http://schemas.microsoft.com/office/drawing/2014/main" id="{DD7BCC42-B325-4F92-B500-14A2933DA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2" name="Rectangle 8">
              <a:extLst>
                <a:ext uri="{FF2B5EF4-FFF2-40B4-BE49-F238E27FC236}">
                  <a16:creationId xmlns:a16="http://schemas.microsoft.com/office/drawing/2014/main" id="{197BF445-29BA-4C54-A1B4-A4390F022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3" name="Freeform 9">
              <a:extLst>
                <a:ext uri="{FF2B5EF4-FFF2-40B4-BE49-F238E27FC236}">
                  <a16:creationId xmlns:a16="http://schemas.microsoft.com/office/drawing/2014/main" id="{B10C1630-E8C0-489C-8FFB-C9BBAEDE7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4" name="Freeform 10">
              <a:extLst>
                <a:ext uri="{FF2B5EF4-FFF2-40B4-BE49-F238E27FC236}">
                  <a16:creationId xmlns:a16="http://schemas.microsoft.com/office/drawing/2014/main" id="{B8778BE5-6D1F-4629-A045-8A87E2C75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5" name="Freeform 11">
              <a:extLst>
                <a:ext uri="{FF2B5EF4-FFF2-40B4-BE49-F238E27FC236}">
                  <a16:creationId xmlns:a16="http://schemas.microsoft.com/office/drawing/2014/main" id="{A7885ADB-F1C4-4FF3-93CD-7C9337E87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6" name="Freeform 12">
              <a:extLst>
                <a:ext uri="{FF2B5EF4-FFF2-40B4-BE49-F238E27FC236}">
                  <a16:creationId xmlns:a16="http://schemas.microsoft.com/office/drawing/2014/main" id="{59FC4F71-6E39-414E-9F39-CE1479FF8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7" name="Freeform 13">
              <a:extLst>
                <a:ext uri="{FF2B5EF4-FFF2-40B4-BE49-F238E27FC236}">
                  <a16:creationId xmlns:a16="http://schemas.microsoft.com/office/drawing/2014/main" id="{3FC9614F-1D2C-4CAC-8CE9-32DC7D8636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8" name="Freeform 14">
              <a:extLst>
                <a:ext uri="{FF2B5EF4-FFF2-40B4-BE49-F238E27FC236}">
                  <a16:creationId xmlns:a16="http://schemas.microsoft.com/office/drawing/2014/main" id="{2A872F50-76EA-4A5B-AA68-3CE2E2673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39" name="Freeform 15">
              <a:extLst>
                <a:ext uri="{FF2B5EF4-FFF2-40B4-BE49-F238E27FC236}">
                  <a16:creationId xmlns:a16="http://schemas.microsoft.com/office/drawing/2014/main" id="{CE389546-6A1F-4203-ACD1-BC17DDBFB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0" name="Freeform 16">
              <a:extLst>
                <a:ext uri="{FF2B5EF4-FFF2-40B4-BE49-F238E27FC236}">
                  <a16:creationId xmlns:a16="http://schemas.microsoft.com/office/drawing/2014/main" id="{1BA89DC9-FE9A-4228-A4BE-D3A37F865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1" name="Freeform 17">
              <a:extLst>
                <a:ext uri="{FF2B5EF4-FFF2-40B4-BE49-F238E27FC236}">
                  <a16:creationId xmlns:a16="http://schemas.microsoft.com/office/drawing/2014/main" id="{FA3E79A5-9B81-48B5-B96F-8D55B02FD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2" name="Freeform 18">
              <a:extLst>
                <a:ext uri="{FF2B5EF4-FFF2-40B4-BE49-F238E27FC236}">
                  <a16:creationId xmlns:a16="http://schemas.microsoft.com/office/drawing/2014/main" id="{A76D4D27-C537-45E4-96DE-C5FD2C9A3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3" name="Freeform 19">
              <a:extLst>
                <a:ext uri="{FF2B5EF4-FFF2-40B4-BE49-F238E27FC236}">
                  <a16:creationId xmlns:a16="http://schemas.microsoft.com/office/drawing/2014/main" id="{C1B158DD-2DCB-42FF-B1FE-3C947FEF0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4" name="Freeform 20">
              <a:extLst>
                <a:ext uri="{FF2B5EF4-FFF2-40B4-BE49-F238E27FC236}">
                  <a16:creationId xmlns:a16="http://schemas.microsoft.com/office/drawing/2014/main" id="{3307DC3E-0C6E-4E70-AFA2-96538CE3C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5" name="Freeform 21">
              <a:extLst>
                <a:ext uri="{FF2B5EF4-FFF2-40B4-BE49-F238E27FC236}">
                  <a16:creationId xmlns:a16="http://schemas.microsoft.com/office/drawing/2014/main" id="{53A9F721-7EE3-4844-BB91-0B995BAC1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6" name="Freeform 22">
              <a:extLst>
                <a:ext uri="{FF2B5EF4-FFF2-40B4-BE49-F238E27FC236}">
                  <a16:creationId xmlns:a16="http://schemas.microsoft.com/office/drawing/2014/main" id="{8F057800-5B8F-4775-805B-89727A78A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7" name="Freeform 23">
              <a:extLst>
                <a:ext uri="{FF2B5EF4-FFF2-40B4-BE49-F238E27FC236}">
                  <a16:creationId xmlns:a16="http://schemas.microsoft.com/office/drawing/2014/main" id="{FC6DF692-3394-4FDD-92BA-CA0C41EBC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8" name="Freeform 24">
              <a:extLst>
                <a:ext uri="{FF2B5EF4-FFF2-40B4-BE49-F238E27FC236}">
                  <a16:creationId xmlns:a16="http://schemas.microsoft.com/office/drawing/2014/main" id="{B825CD97-262B-4A33-B1E5-55F0D81F4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249" name="Freeform 25">
              <a:extLst>
                <a:ext uri="{FF2B5EF4-FFF2-40B4-BE49-F238E27FC236}">
                  <a16:creationId xmlns:a16="http://schemas.microsoft.com/office/drawing/2014/main" id="{F00EA2FE-C735-4E1E-B9DC-636C49061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0" name="Freeform 26">
              <a:extLst>
                <a:ext uri="{FF2B5EF4-FFF2-40B4-BE49-F238E27FC236}">
                  <a16:creationId xmlns:a16="http://schemas.microsoft.com/office/drawing/2014/main" id="{95B50260-0DDF-4260-8DC1-D504B06435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1" name="Freeform 27">
              <a:extLst>
                <a:ext uri="{FF2B5EF4-FFF2-40B4-BE49-F238E27FC236}">
                  <a16:creationId xmlns:a16="http://schemas.microsoft.com/office/drawing/2014/main" id="{BBB491EB-35C1-4159-94B2-A367ADC1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2" name="Freeform 28">
              <a:extLst>
                <a:ext uri="{FF2B5EF4-FFF2-40B4-BE49-F238E27FC236}">
                  <a16:creationId xmlns:a16="http://schemas.microsoft.com/office/drawing/2014/main" id="{7EAA4E1C-EC83-44E0-A4AB-4B0F509A8C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3" name="Freeform 29">
              <a:extLst>
                <a:ext uri="{FF2B5EF4-FFF2-40B4-BE49-F238E27FC236}">
                  <a16:creationId xmlns:a16="http://schemas.microsoft.com/office/drawing/2014/main" id="{BE561717-C43F-46C1-BBCE-C830DE4A1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4" name="Freeform 30">
              <a:extLst>
                <a:ext uri="{FF2B5EF4-FFF2-40B4-BE49-F238E27FC236}">
                  <a16:creationId xmlns:a16="http://schemas.microsoft.com/office/drawing/2014/main" id="{CC840BC4-F1CE-4A1B-A1DE-BB922689E2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5" name="Freeform 31">
              <a:extLst>
                <a:ext uri="{FF2B5EF4-FFF2-40B4-BE49-F238E27FC236}">
                  <a16:creationId xmlns:a16="http://schemas.microsoft.com/office/drawing/2014/main" id="{03B586C7-6126-46E0-9BEF-522798686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6" name="Freeform 32">
              <a:extLst>
                <a:ext uri="{FF2B5EF4-FFF2-40B4-BE49-F238E27FC236}">
                  <a16:creationId xmlns:a16="http://schemas.microsoft.com/office/drawing/2014/main" id="{45C5C565-0EB6-4E0C-9752-84084CDBB8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7" name="Rectangle 33">
              <a:extLst>
                <a:ext uri="{FF2B5EF4-FFF2-40B4-BE49-F238E27FC236}">
                  <a16:creationId xmlns:a16="http://schemas.microsoft.com/office/drawing/2014/main" id="{5CABC7BF-500C-4275-9EAA-9563EF43C6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8" name="Freeform 34">
              <a:extLst>
                <a:ext uri="{FF2B5EF4-FFF2-40B4-BE49-F238E27FC236}">
                  <a16:creationId xmlns:a16="http://schemas.microsoft.com/office/drawing/2014/main" id="{C7AA982B-BB49-4311-A724-81AAF8AB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39" name="Freeform 35">
              <a:extLst>
                <a:ext uri="{FF2B5EF4-FFF2-40B4-BE49-F238E27FC236}">
                  <a16:creationId xmlns:a16="http://schemas.microsoft.com/office/drawing/2014/main" id="{89D49DD1-C07D-4ADD-BD4A-D6AA725758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0" name="Freeform 36">
              <a:extLst>
                <a:ext uri="{FF2B5EF4-FFF2-40B4-BE49-F238E27FC236}">
                  <a16:creationId xmlns:a16="http://schemas.microsoft.com/office/drawing/2014/main" id="{4359B9DB-1A95-4934-A839-A76774D792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1" name="Freeform 37">
              <a:extLst>
                <a:ext uri="{FF2B5EF4-FFF2-40B4-BE49-F238E27FC236}">
                  <a16:creationId xmlns:a16="http://schemas.microsoft.com/office/drawing/2014/main" id="{2B7EEF08-F28B-48E9-BA1D-E61AC6201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2" name="Freeform 38">
              <a:extLst>
                <a:ext uri="{FF2B5EF4-FFF2-40B4-BE49-F238E27FC236}">
                  <a16:creationId xmlns:a16="http://schemas.microsoft.com/office/drawing/2014/main" id="{E846B9B0-7D1C-4E1B-9256-7F25E8E88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3" name="Freeform 39">
              <a:extLst>
                <a:ext uri="{FF2B5EF4-FFF2-40B4-BE49-F238E27FC236}">
                  <a16:creationId xmlns:a16="http://schemas.microsoft.com/office/drawing/2014/main" id="{E31B0CE6-7913-4D1C-AC18-2ED44DF92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4" name="Freeform 40">
              <a:extLst>
                <a:ext uri="{FF2B5EF4-FFF2-40B4-BE49-F238E27FC236}">
                  <a16:creationId xmlns:a16="http://schemas.microsoft.com/office/drawing/2014/main" id="{0F3517CE-D006-4218-9BB0-65269371E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5" name="Freeform 41">
              <a:extLst>
                <a:ext uri="{FF2B5EF4-FFF2-40B4-BE49-F238E27FC236}">
                  <a16:creationId xmlns:a16="http://schemas.microsoft.com/office/drawing/2014/main" id="{DE7DB798-CAAE-42A3-BDFE-D6AD0E0DA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6" name="Freeform 42">
              <a:extLst>
                <a:ext uri="{FF2B5EF4-FFF2-40B4-BE49-F238E27FC236}">
                  <a16:creationId xmlns:a16="http://schemas.microsoft.com/office/drawing/2014/main" id="{07A53F87-B4E0-4C4E-B913-D336D8993D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7" name="Freeform 43">
              <a:extLst>
                <a:ext uri="{FF2B5EF4-FFF2-40B4-BE49-F238E27FC236}">
                  <a16:creationId xmlns:a16="http://schemas.microsoft.com/office/drawing/2014/main" id="{587D3AD0-B188-4D2E-A497-5180C1F22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8" name="Freeform 44">
              <a:extLst>
                <a:ext uri="{FF2B5EF4-FFF2-40B4-BE49-F238E27FC236}">
                  <a16:creationId xmlns:a16="http://schemas.microsoft.com/office/drawing/2014/main" id="{E8B4429B-56DB-4ED5-8296-1C4EB6AE0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49" name="Rectangle 45">
              <a:extLst>
                <a:ext uri="{FF2B5EF4-FFF2-40B4-BE49-F238E27FC236}">
                  <a16:creationId xmlns:a16="http://schemas.microsoft.com/office/drawing/2014/main" id="{ABBE178E-641F-4008-8760-5134D226AA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0" name="Freeform 46">
              <a:extLst>
                <a:ext uri="{FF2B5EF4-FFF2-40B4-BE49-F238E27FC236}">
                  <a16:creationId xmlns:a16="http://schemas.microsoft.com/office/drawing/2014/main" id="{BB7A09DD-4AE2-4235-BCBA-B52CB7986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1" name="Freeform 47">
              <a:extLst>
                <a:ext uri="{FF2B5EF4-FFF2-40B4-BE49-F238E27FC236}">
                  <a16:creationId xmlns:a16="http://schemas.microsoft.com/office/drawing/2014/main" id="{64DBEF94-3525-4008-AD35-D566A238B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2" name="Freeform 48">
              <a:extLst>
                <a:ext uri="{FF2B5EF4-FFF2-40B4-BE49-F238E27FC236}">
                  <a16:creationId xmlns:a16="http://schemas.microsoft.com/office/drawing/2014/main" id="{1C0CEBA3-32C8-4D37-BBD0-8863B008E2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3" name="Freeform 49">
              <a:extLst>
                <a:ext uri="{FF2B5EF4-FFF2-40B4-BE49-F238E27FC236}">
                  <a16:creationId xmlns:a16="http://schemas.microsoft.com/office/drawing/2014/main" id="{D12DBC8B-AE05-43C6-BF30-3F9CDADE9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4" name="Freeform 50">
              <a:extLst>
                <a:ext uri="{FF2B5EF4-FFF2-40B4-BE49-F238E27FC236}">
                  <a16:creationId xmlns:a16="http://schemas.microsoft.com/office/drawing/2014/main" id="{47D642DC-B097-481B-8F32-671DE6AB5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5" name="Freeform 51">
              <a:extLst>
                <a:ext uri="{FF2B5EF4-FFF2-40B4-BE49-F238E27FC236}">
                  <a16:creationId xmlns:a16="http://schemas.microsoft.com/office/drawing/2014/main" id="{0D7CD8F4-0787-4106-9E76-FF0AFA0AC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6" name="Freeform 52">
              <a:extLst>
                <a:ext uri="{FF2B5EF4-FFF2-40B4-BE49-F238E27FC236}">
                  <a16:creationId xmlns:a16="http://schemas.microsoft.com/office/drawing/2014/main" id="{3ED06726-52C5-468C-BEA2-0194993F8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7" name="Freeform 53">
              <a:extLst>
                <a:ext uri="{FF2B5EF4-FFF2-40B4-BE49-F238E27FC236}">
                  <a16:creationId xmlns:a16="http://schemas.microsoft.com/office/drawing/2014/main" id="{1541CE8F-816C-4189-8522-7AAA7EABD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8" name="Freeform 54">
              <a:extLst>
                <a:ext uri="{FF2B5EF4-FFF2-40B4-BE49-F238E27FC236}">
                  <a16:creationId xmlns:a16="http://schemas.microsoft.com/office/drawing/2014/main" id="{3D0F8D98-15AC-458C-B872-777F4BBF3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59" name="Freeform 55">
              <a:extLst>
                <a:ext uri="{FF2B5EF4-FFF2-40B4-BE49-F238E27FC236}">
                  <a16:creationId xmlns:a16="http://schemas.microsoft.com/office/drawing/2014/main" id="{C9DE1ACE-C20F-4504-B0A1-5A37CA0D11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0" name="Freeform 56">
              <a:extLst>
                <a:ext uri="{FF2B5EF4-FFF2-40B4-BE49-F238E27FC236}">
                  <a16:creationId xmlns:a16="http://schemas.microsoft.com/office/drawing/2014/main" id="{E4BDEE62-868F-49A1-B97A-DE8EDC86F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1" name="Freeform 57">
              <a:extLst>
                <a:ext uri="{FF2B5EF4-FFF2-40B4-BE49-F238E27FC236}">
                  <a16:creationId xmlns:a16="http://schemas.microsoft.com/office/drawing/2014/main" id="{B71AB3E3-099B-47DC-AD0D-215F18FD3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2" name="Freeform 58">
              <a:extLst>
                <a:ext uri="{FF2B5EF4-FFF2-40B4-BE49-F238E27FC236}">
                  <a16:creationId xmlns:a16="http://schemas.microsoft.com/office/drawing/2014/main" id="{7D4B7844-C6A2-45AA-9147-C1CEC0CB8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76E1971-1C4C-46C8-A821-6376642801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165" name="Freeform 32">
              <a:extLst>
                <a:ext uri="{FF2B5EF4-FFF2-40B4-BE49-F238E27FC236}">
                  <a16:creationId xmlns:a16="http://schemas.microsoft.com/office/drawing/2014/main" id="{35FAC14F-8CA0-40F3-ADE4-31DBF8BD7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6" name="Freeform 33">
              <a:extLst>
                <a:ext uri="{FF2B5EF4-FFF2-40B4-BE49-F238E27FC236}">
                  <a16:creationId xmlns:a16="http://schemas.microsoft.com/office/drawing/2014/main" id="{778F8CB9-0C96-4B66-B943-C5BF1A1B5D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7" name="Freeform 34">
              <a:extLst>
                <a:ext uri="{FF2B5EF4-FFF2-40B4-BE49-F238E27FC236}">
                  <a16:creationId xmlns:a16="http://schemas.microsoft.com/office/drawing/2014/main" id="{DB1C8E93-74F9-42A0-B326-E06DC9C584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8" name="Freeform 35">
              <a:extLst>
                <a:ext uri="{FF2B5EF4-FFF2-40B4-BE49-F238E27FC236}">
                  <a16:creationId xmlns:a16="http://schemas.microsoft.com/office/drawing/2014/main" id="{EC6EA429-8E16-49E0-82D7-5846CDA76C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69" name="Freeform 36">
              <a:extLst>
                <a:ext uri="{FF2B5EF4-FFF2-40B4-BE49-F238E27FC236}">
                  <a16:creationId xmlns:a16="http://schemas.microsoft.com/office/drawing/2014/main" id="{8F64C508-2357-44C9-93D8-FC81B85AE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0" name="Freeform 37">
              <a:extLst>
                <a:ext uri="{FF2B5EF4-FFF2-40B4-BE49-F238E27FC236}">
                  <a16:creationId xmlns:a16="http://schemas.microsoft.com/office/drawing/2014/main" id="{82F6F3F7-8F51-41B4-AC2B-699593A1F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1" name="Freeform 38">
              <a:extLst>
                <a:ext uri="{FF2B5EF4-FFF2-40B4-BE49-F238E27FC236}">
                  <a16:creationId xmlns:a16="http://schemas.microsoft.com/office/drawing/2014/main" id="{6F2FC65A-DA31-4602-B324-E53F76BD9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2" name="Freeform 39">
              <a:extLst>
                <a:ext uri="{FF2B5EF4-FFF2-40B4-BE49-F238E27FC236}">
                  <a16:creationId xmlns:a16="http://schemas.microsoft.com/office/drawing/2014/main" id="{0E9B7CF9-E3CC-495E-A513-A8A1C24228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3" name="Freeform 40">
              <a:extLst>
                <a:ext uri="{FF2B5EF4-FFF2-40B4-BE49-F238E27FC236}">
                  <a16:creationId xmlns:a16="http://schemas.microsoft.com/office/drawing/2014/main" id="{35C09477-23EA-4E6A-A8C2-5B447B25E9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  <p:sp>
          <p:nvSpPr>
            <p:cNvPr id="174" name="Rectangle 41">
              <a:extLst>
                <a:ext uri="{FF2B5EF4-FFF2-40B4-BE49-F238E27FC236}">
                  <a16:creationId xmlns:a16="http://schemas.microsoft.com/office/drawing/2014/main" id="{80A5D070-0FE6-4F72-8077-E259B2D35A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a14="http://schemas.microsoft.com/office/drawing/2010/main" xmlns:p14="http://schemas.microsoft.com/office/powerpoint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o-RO"/>
            </a:p>
          </p:txBody>
        </p:sp>
      </p:grpSp>
    </p:spTree>
    <p:extLst>
      <p:ext uri="{BB962C8B-B14F-4D97-AF65-F5344CB8AC3E}">
        <p14:creationId xmlns:p14="http://schemas.microsoft.com/office/powerpoint/2010/main" val="3619826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791</TotalTime>
  <Words>150</Words>
  <Application>Microsoft Office PowerPoint</Application>
  <PresentationFormat>Ecran lat</PresentationFormat>
  <Paragraphs>40</Paragraphs>
  <Slides>9</Slides>
  <Notes>1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3" baseType="lpstr">
      <vt:lpstr>Aptos</vt:lpstr>
      <vt:lpstr>Arial</vt:lpstr>
      <vt:lpstr>Tw Cen MT</vt:lpstr>
      <vt:lpstr>Circuit</vt:lpstr>
      <vt:lpstr>Optimizarea Api-urilor pentru date IoT folosind Spring Boot si InfluxDB</vt:lpstr>
      <vt:lpstr>OpenApi </vt:lpstr>
      <vt:lpstr>Funcționalități propuse</vt:lpstr>
      <vt:lpstr>Infrastructură</vt:lpstr>
      <vt:lpstr>Optimizări InfluxDB</vt:lpstr>
      <vt:lpstr>Optimizări Spring Boot</vt:lpstr>
      <vt:lpstr>Optimizarea documentației automate</vt:lpstr>
      <vt:lpstr>Urmatorii pasi</vt:lpstr>
      <vt:lpstr>Multumesc!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Sofia Dragos</dc:creator>
  <cp:lastModifiedBy>Sofia Dragos</cp:lastModifiedBy>
  <cp:revision>10</cp:revision>
  <dcterms:created xsi:type="dcterms:W3CDTF">2025-02-09T16:46:39Z</dcterms:created>
  <dcterms:modified xsi:type="dcterms:W3CDTF">2025-02-10T08:01:27Z</dcterms:modified>
</cp:coreProperties>
</file>